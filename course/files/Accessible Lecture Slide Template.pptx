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2.xml" ContentType="application/vnd.openxmlformats-officedocument.theme+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notesSlides/notesSlide2.xml" ContentType="application/vnd.openxmlformats-officedocument.presentationml.notesSlide+xml"/>
  <Override PartName="/ppt/tags/tag36.xml" ContentType="application/vnd.openxmlformats-officedocument.presentationml.tags+xml"/>
  <Override PartName="/ppt/notesSlides/notesSlide3.xml" ContentType="application/vnd.openxmlformats-officedocument.presentationml.notesSlide+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notesSlides/notesSlide5.xml" ContentType="application/vnd.openxmlformats-officedocument.presentationml.notesSlide+xml"/>
  <Override PartName="/ppt/tags/tag39.xml" ContentType="application/vnd.openxmlformats-officedocument.presentationml.tags+xml"/>
  <Override PartName="/ppt/notesSlides/notesSlide6.xml" ContentType="application/vnd.openxmlformats-officedocument.presentationml.notesSlide+xml"/>
  <Override PartName="/ppt/tags/tag40.xml" ContentType="application/vnd.openxmlformats-officedocument.presentationml.tags+xml"/>
  <Override PartName="/ppt/notesSlides/notesSlide7.xml" ContentType="application/vnd.openxmlformats-officedocument.presentationml.notesSlide+xml"/>
  <Override PartName="/ppt/tags/tag41.xml" ContentType="application/vnd.openxmlformats-officedocument.presentationml.tags+xml"/>
  <Override PartName="/ppt/notesSlides/notesSlide8.xml" ContentType="application/vnd.openxmlformats-officedocument.presentationml.notesSlide+xml"/>
  <Override PartName="/ppt/tags/tag42.xml" ContentType="application/vnd.openxmlformats-officedocument.presentationml.tags+xml"/>
  <Override PartName="/ppt/notesSlides/notesSlide9.xml" ContentType="application/vnd.openxmlformats-officedocument.presentationml.notesSlide+xml"/>
  <Override PartName="/ppt/tags/tag43.xml" ContentType="application/vnd.openxmlformats-officedocument.presentationml.tags+xml"/>
  <Override PartName="/ppt/notesSlides/notesSlide10.xml" ContentType="application/vnd.openxmlformats-officedocument.presentationml.notesSlide+xml"/>
  <Override PartName="/ppt/tags/tag44.xml" ContentType="application/vnd.openxmlformats-officedocument.presentationml.tags+xml"/>
  <Override PartName="/ppt/notesSlides/notesSlide11.xml" ContentType="application/vnd.openxmlformats-officedocument.presentationml.notesSlide+xml"/>
  <Override PartName="/ppt/tags/tag45.xml" ContentType="application/vnd.openxmlformats-officedocument.presentationml.tags+xml"/>
  <Override PartName="/ppt/notesSlides/notesSlide12.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67" r:id="rId5"/>
    <p:sldId id="433" r:id="rId6"/>
    <p:sldId id="436" r:id="rId7"/>
    <p:sldId id="442" r:id="rId8"/>
    <p:sldId id="434" r:id="rId9"/>
    <p:sldId id="443" r:id="rId10"/>
    <p:sldId id="261" r:id="rId11"/>
    <p:sldId id="430" r:id="rId12"/>
    <p:sldId id="438" r:id="rId13"/>
    <p:sldId id="439" r:id="rId14"/>
    <p:sldId id="268" r:id="rId15"/>
    <p:sldId id="440" r:id="rId16"/>
    <p:sldId id="444" r:id="rId17"/>
    <p:sldId id="441"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552" userDrawn="1">
          <p15:clr>
            <a:srgbClr val="A4A3A4"/>
          </p15:clr>
        </p15:guide>
        <p15:guide id="2" pos="4128"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E41"/>
    <a:srgbClr val="0D2345"/>
    <a:srgbClr val="0038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BB5C20-DC64-4224-B896-A6B0C0CC7153}" v="1760" dt="2025-04-25T19:32:29.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guide pos="3552"/>
        <p:guide pos="4128"/>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E83506-9B7F-4C26-97C6-F0C13E1E1931}" type="datetimeFigureOut">
              <a:rPr lang="en-US" smtClean="0"/>
              <a:t>8/9/2026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A31ED-B1C1-49B1-8628-51D8B6FBE412}" type="slidenum">
              <a:rPr lang="en-US" smtClean="0"/>
              <a:t>‹#›</a:t>
            </a:fld>
            <a:endParaRPr lang="en-US"/>
          </a:p>
        </p:txBody>
      </p:sp>
    </p:spTree>
    <p:extLst>
      <p:ext uri="{BB962C8B-B14F-4D97-AF65-F5344CB8AC3E}">
        <p14:creationId xmlns:p14="http://schemas.microsoft.com/office/powerpoint/2010/main" val="1360248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Purpose of this Slide</a:t>
            </a:r>
          </a:p>
          <a:p>
            <a:r>
              <a:rPr lang="en-US"/>
              <a:t>This is the title slide of your presentation. It establishes branding with the Texas A&amp;M University Texarkana logo and provides essential course identification information. This slide creates a professional first impression for your students and clearly identifies the presentation's context.</a:t>
            </a:r>
          </a:p>
          <a:p>
            <a:endParaRPr lang="en-US" b="1"/>
          </a:p>
          <a:p>
            <a:r>
              <a:rPr lang="en-US" b="1"/>
              <a:t>How to Use This Slide</a:t>
            </a:r>
          </a:p>
          <a:p>
            <a:pPr>
              <a:buFont typeface="+mj-lt"/>
              <a:buAutoNum type="arabicPeriod"/>
            </a:pPr>
            <a:r>
              <a:rPr lang="en-US"/>
              <a:t>Replace "Placeholder for Presentation Title" with your actual presentation title</a:t>
            </a:r>
          </a:p>
          <a:p>
            <a:pPr>
              <a:buFont typeface="+mj-lt"/>
              <a:buAutoNum type="arabicPeriod"/>
            </a:pPr>
            <a:r>
              <a:rPr lang="en-US"/>
              <a:t>Enter your course information where indicated: </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a:t>Complete Course Name</a:t>
            </a:r>
          </a:p>
          <a:p>
            <a:pPr marL="742950" lvl="1" indent="-285750">
              <a:buFont typeface="+mj-lt"/>
              <a:buAutoNum type="arabicPeriod"/>
            </a:pPr>
            <a:r>
              <a:rPr lang="en-US"/>
              <a:t>Course Code/Number (e.g., MGT 521)</a:t>
            </a:r>
          </a:p>
          <a:p>
            <a:pPr>
              <a:buFont typeface="+mj-lt"/>
              <a:buAutoNum type="arabicPeriod"/>
            </a:pPr>
            <a:r>
              <a:rPr lang="en-US"/>
              <a:t>Keep text large and high-contrast for readability and accessibility</a:t>
            </a:r>
          </a:p>
          <a:p>
            <a:pPr>
              <a:buFont typeface="+mj-lt"/>
              <a:buAutoNum type="arabicPeriod"/>
            </a:pPr>
            <a:r>
              <a:rPr lang="en-US"/>
              <a:t>Maintain the clean layout with adequate white space</a:t>
            </a:r>
          </a:p>
        </p:txBody>
      </p:sp>
      <p:sp>
        <p:nvSpPr>
          <p:cNvPr id="4" name="Slide Number Placeholder 3"/>
          <p:cNvSpPr>
            <a:spLocks noGrp="1"/>
          </p:cNvSpPr>
          <p:nvPr>
            <p:ph type="sldNum" sz="quarter" idx="5"/>
          </p:nvPr>
        </p:nvSpPr>
        <p:spPr/>
        <p:txBody>
          <a:bodyPr/>
          <a:lstStyle/>
          <a:p>
            <a:fld id="{684A31ED-B1C1-49B1-8628-51D8B6FBE412}" type="slidenum">
              <a:rPr lang="en-US" smtClean="0"/>
              <a:t>1</a:t>
            </a:fld>
            <a:endParaRPr lang="en-US"/>
          </a:p>
        </p:txBody>
      </p:sp>
    </p:spTree>
    <p:extLst>
      <p:ext uri="{BB962C8B-B14F-4D97-AF65-F5344CB8AC3E}">
        <p14:creationId xmlns:p14="http://schemas.microsoft.com/office/powerpoint/2010/main" val="1548585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1"/>
              <a:t>Purpose of this Slide</a:t>
            </a:r>
          </a:p>
          <a:p>
            <a:r>
              <a:rPr lang="en-US" sz="2800"/>
              <a:t>This slide is designed for section headers within a chapter. It uses the university's navy-blue background with high-contrast white text to clearly signal transitions between subtopics. This slide helps create a logical structure within your presentation, improves navigation for students, and breaks content into manageable segments.</a:t>
            </a:r>
          </a:p>
          <a:p>
            <a:endParaRPr lang="en-US" sz="2800" b="1"/>
          </a:p>
          <a:p>
            <a:r>
              <a:rPr lang="en-US" sz="2800" b="1"/>
              <a:t>How to Use This Slide</a:t>
            </a:r>
          </a:p>
          <a:p>
            <a:pPr>
              <a:buFont typeface="+mj-lt"/>
              <a:buAutoNum type="arabicPeriod"/>
            </a:pPr>
            <a:r>
              <a:rPr lang="en-US" sz="2800"/>
              <a:t>Replace "Section Header" with your specific section title (keep it concise - 1-5 words works best)</a:t>
            </a:r>
          </a:p>
          <a:p>
            <a:pPr>
              <a:buFont typeface="+mj-lt"/>
              <a:buAutoNum type="arabicPeriod"/>
            </a:pPr>
            <a:r>
              <a:rPr lang="en-US" sz="2800"/>
              <a:t>Change "Click to edit Master subtitle style" to a brief descriptor or remove it if not needed</a:t>
            </a:r>
          </a:p>
          <a:p>
            <a:pPr>
              <a:buFont typeface="+mj-lt"/>
              <a:buAutoNum type="arabicPeriod"/>
            </a:pPr>
            <a:r>
              <a:rPr lang="en-US" sz="2800"/>
              <a:t>Ensure text maintains high contrast against the dark background</a:t>
            </a:r>
          </a:p>
          <a:p>
            <a:pPr>
              <a:buFont typeface="+mj-lt"/>
              <a:buAutoNum type="arabicPeriod"/>
            </a:pPr>
            <a:r>
              <a:rPr lang="en-US" sz="2800"/>
              <a:t>Use this slide to introduce each new section within a chapter</a:t>
            </a:r>
          </a:p>
        </p:txBody>
      </p:sp>
      <p:sp>
        <p:nvSpPr>
          <p:cNvPr id="4" name="Slide Number Placeholder 3"/>
          <p:cNvSpPr>
            <a:spLocks noGrp="1"/>
          </p:cNvSpPr>
          <p:nvPr>
            <p:ph type="sldNum" sz="quarter" idx="5"/>
          </p:nvPr>
        </p:nvSpPr>
        <p:spPr/>
        <p:txBody>
          <a:bodyPr/>
          <a:lstStyle/>
          <a:p>
            <a:fld id="{684A31ED-B1C1-49B1-8628-51D8B6FBE412}" type="slidenum">
              <a:rPr lang="en-US" smtClean="0"/>
              <a:t>2</a:t>
            </a:fld>
            <a:endParaRPr lang="en-US"/>
          </a:p>
        </p:txBody>
      </p:sp>
    </p:spTree>
    <p:extLst>
      <p:ext uri="{BB962C8B-B14F-4D97-AF65-F5344CB8AC3E}">
        <p14:creationId xmlns:p14="http://schemas.microsoft.com/office/powerpoint/2010/main" val="718382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Purpose of this Slide</a:t>
            </a:r>
          </a:p>
          <a:p>
            <a:r>
              <a:rPr lang="en-US"/>
              <a:t>This is a standard content slide with a title bar and body section that includes icons for inserting various media elements. It's designed for presenting core instructional content while giving the option to add visual elements like charts, images, and tables. This flexible slide type will be the workhorse of your presentation.</a:t>
            </a:r>
          </a:p>
          <a:p>
            <a:endParaRPr lang="en-US" b="1"/>
          </a:p>
          <a:p>
            <a:r>
              <a:rPr lang="en-US" b="1"/>
              <a:t>How to Use This Slide</a:t>
            </a:r>
          </a:p>
          <a:p>
            <a:pPr>
              <a:buFont typeface="+mj-lt"/>
              <a:buAutoNum type="arabicPeriod"/>
            </a:pPr>
            <a:r>
              <a:rPr lang="en-US"/>
              <a:t>Replace "Click to add title" with a clear, concise title that describes the slide content</a:t>
            </a:r>
          </a:p>
          <a:p>
            <a:pPr>
              <a:buFont typeface="+mj-lt"/>
              <a:buAutoNum type="arabicPeriod"/>
            </a:pPr>
            <a:r>
              <a:rPr lang="en-US"/>
              <a:t>Replace "Click to add text" with your content</a:t>
            </a:r>
          </a:p>
          <a:p>
            <a:pPr>
              <a:buFont typeface="+mj-lt"/>
              <a:buAutoNum type="arabicPeriod"/>
            </a:pPr>
            <a:r>
              <a:rPr lang="en-US"/>
              <a:t>Use the insertion icons to add supporting visual elements: </a:t>
            </a:r>
          </a:p>
          <a:p>
            <a:pPr marL="742950" lvl="1" indent="-285750">
              <a:buFont typeface="+mj-lt"/>
              <a:buAutoNum type="arabicPeriod"/>
            </a:pPr>
            <a:r>
              <a:rPr lang="en-US"/>
              <a:t>Images (photos, diagrams)</a:t>
            </a:r>
          </a:p>
          <a:p>
            <a:pPr marL="742950" lvl="1" indent="-285750">
              <a:buFont typeface="+mj-lt"/>
              <a:buAutoNum type="arabicPeriod"/>
            </a:pPr>
            <a:r>
              <a:rPr lang="en-US"/>
              <a:t>Charts/graphs</a:t>
            </a:r>
          </a:p>
          <a:p>
            <a:pPr marL="742950" lvl="1" indent="-285750">
              <a:buFont typeface="+mj-lt"/>
              <a:buAutoNum type="arabicPeriod"/>
            </a:pPr>
            <a:r>
              <a:rPr lang="en-US"/>
              <a:t>Tables</a:t>
            </a:r>
          </a:p>
          <a:p>
            <a:pPr marL="742950" lvl="1" indent="-285750">
              <a:buFont typeface="+mj-lt"/>
              <a:buAutoNum type="arabicPeriod"/>
            </a:pPr>
            <a:r>
              <a:rPr lang="en-US"/>
              <a:t>Media files</a:t>
            </a:r>
          </a:p>
          <a:p>
            <a:pPr>
              <a:buFont typeface="+mj-lt"/>
              <a:buAutoNum type="arabicPeriod"/>
            </a:pPr>
            <a:r>
              <a:rPr lang="en-US"/>
              <a:t>Maintain adequate text size (minimum 24pt for body text)</a:t>
            </a:r>
          </a:p>
          <a:p>
            <a:pPr>
              <a:buFont typeface="+mj-lt"/>
              <a:buAutoNum type="arabicPeriod"/>
            </a:pPr>
            <a:r>
              <a:rPr lang="en-US"/>
              <a:t>Limit content to 5-7 bullet points per slide</a:t>
            </a:r>
          </a:p>
          <a:p>
            <a:pPr>
              <a:buFont typeface="+mj-lt"/>
              <a:buAutoNum type="arabicPeriod"/>
            </a:pPr>
            <a:r>
              <a:rPr lang="en-US"/>
              <a:t>Use the alt text feature when adding images (right-click → Edit Alt Text)</a:t>
            </a:r>
          </a:p>
        </p:txBody>
      </p:sp>
      <p:sp>
        <p:nvSpPr>
          <p:cNvPr id="4" name="Slide Number Placeholder 3"/>
          <p:cNvSpPr>
            <a:spLocks noGrp="1"/>
          </p:cNvSpPr>
          <p:nvPr>
            <p:ph type="sldNum" sz="quarter" idx="5"/>
          </p:nvPr>
        </p:nvSpPr>
        <p:spPr/>
        <p:txBody>
          <a:bodyPr/>
          <a:lstStyle/>
          <a:p>
            <a:fld id="{684A31ED-B1C1-49B1-8628-51D8B6FBE412}" type="slidenum">
              <a:rPr lang="en-US" smtClean="0"/>
              <a:t>3</a:t>
            </a:fld>
            <a:endParaRPr lang="en-US"/>
          </a:p>
        </p:txBody>
      </p:sp>
    </p:spTree>
    <p:extLst>
      <p:ext uri="{BB962C8B-B14F-4D97-AF65-F5344CB8AC3E}">
        <p14:creationId xmlns:p14="http://schemas.microsoft.com/office/powerpoint/2010/main" val="1817959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Section Example 2</a:t>
            </a:r>
            <a:r>
              <a:rPr lang="en-US"/>
              <a:t>: Transitioning into the next topic – “Project Constraint.”</a:t>
            </a:r>
          </a:p>
        </p:txBody>
      </p:sp>
      <p:sp>
        <p:nvSpPr>
          <p:cNvPr id="4" name="Slide Number Placeholder 3"/>
          <p:cNvSpPr>
            <a:spLocks noGrp="1"/>
          </p:cNvSpPr>
          <p:nvPr>
            <p:ph type="sldNum" sz="quarter" idx="5"/>
          </p:nvPr>
        </p:nvSpPr>
        <p:spPr/>
        <p:txBody>
          <a:bodyPr/>
          <a:lstStyle/>
          <a:p>
            <a:fld id="{684A31ED-B1C1-49B1-8628-51D8B6FBE412}" type="slidenum">
              <a:rPr lang="en-US" smtClean="0"/>
              <a:t>4</a:t>
            </a:fld>
            <a:endParaRPr lang="en-US"/>
          </a:p>
        </p:txBody>
      </p:sp>
    </p:spTree>
    <p:extLst>
      <p:ext uri="{BB962C8B-B14F-4D97-AF65-F5344CB8AC3E}">
        <p14:creationId xmlns:p14="http://schemas.microsoft.com/office/powerpoint/2010/main" val="2614894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Example Continued.</a:t>
            </a:r>
            <a:endParaRPr lang="en-US"/>
          </a:p>
          <a:p>
            <a:endParaRPr lang="en-US"/>
          </a:p>
        </p:txBody>
      </p:sp>
      <p:sp>
        <p:nvSpPr>
          <p:cNvPr id="4" name="Slide Number Placeholder 3"/>
          <p:cNvSpPr>
            <a:spLocks noGrp="1"/>
          </p:cNvSpPr>
          <p:nvPr>
            <p:ph type="sldNum" sz="quarter" idx="5"/>
          </p:nvPr>
        </p:nvSpPr>
        <p:spPr/>
        <p:txBody>
          <a:bodyPr/>
          <a:lstStyle/>
          <a:p>
            <a:fld id="{684A31ED-B1C1-49B1-8628-51D8B6FBE412}" type="slidenum">
              <a:rPr lang="en-US" smtClean="0"/>
              <a:t>5</a:t>
            </a:fld>
            <a:endParaRPr lang="en-US"/>
          </a:p>
        </p:txBody>
      </p:sp>
    </p:spTree>
    <p:extLst>
      <p:ext uri="{BB962C8B-B14F-4D97-AF65-F5344CB8AC3E}">
        <p14:creationId xmlns:p14="http://schemas.microsoft.com/office/powerpoint/2010/main" val="2452495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Section Example 3</a:t>
            </a:r>
            <a:r>
              <a:rPr lang="en-US"/>
              <a:t>: Transitioning into the next topic – “Project Manager Skill Set.”</a:t>
            </a:r>
          </a:p>
          <a:p>
            <a:endParaRPr lang="en-US"/>
          </a:p>
        </p:txBody>
      </p:sp>
      <p:sp>
        <p:nvSpPr>
          <p:cNvPr id="4" name="Slide Number Placeholder 3"/>
          <p:cNvSpPr>
            <a:spLocks noGrp="1"/>
          </p:cNvSpPr>
          <p:nvPr>
            <p:ph type="sldNum" sz="quarter" idx="5"/>
          </p:nvPr>
        </p:nvSpPr>
        <p:spPr/>
        <p:txBody>
          <a:bodyPr/>
          <a:lstStyle/>
          <a:p>
            <a:fld id="{684A31ED-B1C1-49B1-8628-51D8B6FBE412}" type="slidenum">
              <a:rPr lang="en-US" smtClean="0"/>
              <a:t>6</a:t>
            </a:fld>
            <a:endParaRPr lang="en-US"/>
          </a:p>
        </p:txBody>
      </p:sp>
    </p:spTree>
    <p:extLst>
      <p:ext uri="{BB962C8B-B14F-4D97-AF65-F5344CB8AC3E}">
        <p14:creationId xmlns:p14="http://schemas.microsoft.com/office/powerpoint/2010/main" val="591156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Example Continued </a:t>
            </a:r>
            <a:r>
              <a:rPr lang="en-US"/>
              <a:t>for Three Column Slide.</a:t>
            </a:r>
          </a:p>
        </p:txBody>
      </p:sp>
      <p:sp>
        <p:nvSpPr>
          <p:cNvPr id="4" name="Slide Number Placeholder 3"/>
          <p:cNvSpPr>
            <a:spLocks noGrp="1"/>
          </p:cNvSpPr>
          <p:nvPr>
            <p:ph type="sldNum" sz="quarter" idx="5"/>
          </p:nvPr>
        </p:nvSpPr>
        <p:spPr/>
        <p:txBody>
          <a:bodyPr/>
          <a:lstStyle/>
          <a:p>
            <a:fld id="{684A31ED-B1C1-49B1-8628-51D8B6FBE412}" type="slidenum">
              <a:rPr lang="en-US" smtClean="0"/>
              <a:t>7</a:t>
            </a:fld>
            <a:endParaRPr lang="en-US"/>
          </a:p>
        </p:txBody>
      </p:sp>
    </p:spTree>
    <p:extLst>
      <p:ext uri="{BB962C8B-B14F-4D97-AF65-F5344CB8AC3E}">
        <p14:creationId xmlns:p14="http://schemas.microsoft.com/office/powerpoint/2010/main" val="3135518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Example</a:t>
            </a:r>
            <a:r>
              <a:rPr lang="en-US"/>
              <a:t> Continued for text to the left and image to the right.</a:t>
            </a:r>
          </a:p>
        </p:txBody>
      </p:sp>
      <p:sp>
        <p:nvSpPr>
          <p:cNvPr id="4" name="Slide Number Placeholder 3"/>
          <p:cNvSpPr>
            <a:spLocks noGrp="1"/>
          </p:cNvSpPr>
          <p:nvPr>
            <p:ph type="sldNum" sz="quarter" idx="5"/>
          </p:nvPr>
        </p:nvSpPr>
        <p:spPr/>
        <p:txBody>
          <a:bodyPr/>
          <a:lstStyle/>
          <a:p>
            <a:fld id="{684A31ED-B1C1-49B1-8628-51D8B6FBE412}" type="slidenum">
              <a:rPr lang="en-US" smtClean="0"/>
              <a:t>8</a:t>
            </a:fld>
            <a:endParaRPr lang="en-US"/>
          </a:p>
        </p:txBody>
      </p:sp>
    </p:spTree>
    <p:extLst>
      <p:ext uri="{BB962C8B-B14F-4D97-AF65-F5344CB8AC3E}">
        <p14:creationId xmlns:p14="http://schemas.microsoft.com/office/powerpoint/2010/main" val="1684216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Example</a:t>
            </a:r>
            <a:r>
              <a:rPr lang="en-US"/>
              <a:t> Continued.</a:t>
            </a:r>
          </a:p>
        </p:txBody>
      </p:sp>
      <p:sp>
        <p:nvSpPr>
          <p:cNvPr id="4" name="Slide Number Placeholder 3"/>
          <p:cNvSpPr>
            <a:spLocks noGrp="1"/>
          </p:cNvSpPr>
          <p:nvPr>
            <p:ph type="sldNum" sz="quarter" idx="5"/>
          </p:nvPr>
        </p:nvSpPr>
        <p:spPr/>
        <p:txBody>
          <a:bodyPr/>
          <a:lstStyle/>
          <a:p>
            <a:fld id="{684A31ED-B1C1-49B1-8628-51D8B6FBE412}" type="slidenum">
              <a:rPr lang="en-US" smtClean="0"/>
              <a:t>9</a:t>
            </a:fld>
            <a:endParaRPr lang="en-US"/>
          </a:p>
        </p:txBody>
      </p:sp>
    </p:spTree>
    <p:extLst>
      <p:ext uri="{BB962C8B-B14F-4D97-AF65-F5344CB8AC3E}">
        <p14:creationId xmlns:p14="http://schemas.microsoft.com/office/powerpoint/2010/main" val="955990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Example</a:t>
            </a:r>
            <a:r>
              <a:rPr lang="en-US"/>
              <a:t> Continued.</a:t>
            </a:r>
          </a:p>
        </p:txBody>
      </p:sp>
      <p:sp>
        <p:nvSpPr>
          <p:cNvPr id="4" name="Slide Number Placeholder 3"/>
          <p:cNvSpPr>
            <a:spLocks noGrp="1"/>
          </p:cNvSpPr>
          <p:nvPr>
            <p:ph type="sldNum" sz="quarter" idx="5"/>
          </p:nvPr>
        </p:nvSpPr>
        <p:spPr/>
        <p:txBody>
          <a:bodyPr/>
          <a:lstStyle/>
          <a:p>
            <a:fld id="{684A31ED-B1C1-49B1-8628-51D8B6FBE412}" type="slidenum">
              <a:rPr lang="en-US" smtClean="0"/>
              <a:t>10</a:t>
            </a:fld>
            <a:endParaRPr lang="en-US"/>
          </a:p>
        </p:txBody>
      </p:sp>
    </p:spTree>
    <p:extLst>
      <p:ext uri="{BB962C8B-B14F-4D97-AF65-F5344CB8AC3E}">
        <p14:creationId xmlns:p14="http://schemas.microsoft.com/office/powerpoint/2010/main" val="2158199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4A31ED-B1C1-49B1-8628-51D8B6FBE412}" type="slidenum">
              <a:rPr lang="en-US" smtClean="0"/>
              <a:t>11</a:t>
            </a:fld>
            <a:endParaRPr lang="en-US"/>
          </a:p>
        </p:txBody>
      </p:sp>
    </p:spTree>
    <p:extLst>
      <p:ext uri="{BB962C8B-B14F-4D97-AF65-F5344CB8AC3E}">
        <p14:creationId xmlns:p14="http://schemas.microsoft.com/office/powerpoint/2010/main" val="1077575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4A31ED-B1C1-49B1-8628-51D8B6FBE412}" type="slidenum">
              <a:rPr lang="en-US" smtClean="0"/>
              <a:t>12</a:t>
            </a:fld>
            <a:endParaRPr lang="en-US"/>
          </a:p>
        </p:txBody>
      </p:sp>
    </p:spTree>
    <p:extLst>
      <p:ext uri="{BB962C8B-B14F-4D97-AF65-F5344CB8AC3E}">
        <p14:creationId xmlns:p14="http://schemas.microsoft.com/office/powerpoint/2010/main" val="1671418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4A31ED-B1C1-49B1-8628-51D8B6FBE412}" type="slidenum">
              <a:rPr lang="en-US" smtClean="0"/>
              <a:t>14</a:t>
            </a:fld>
            <a:endParaRPr lang="en-US"/>
          </a:p>
        </p:txBody>
      </p:sp>
    </p:spTree>
    <p:extLst>
      <p:ext uri="{BB962C8B-B14F-4D97-AF65-F5344CB8AC3E}">
        <p14:creationId xmlns:p14="http://schemas.microsoft.com/office/powerpoint/2010/main" val="3537378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C238DE50-1D0E-4975-F893-C2B5401A9573}"/>
              </a:ext>
            </a:extLst>
          </p:cNvPr>
          <p:cNvSpPr>
            <a:spLocks noGrp="1"/>
          </p:cNvSpPr>
          <p:nvPr>
            <p:ph type="subTitle" idx="1" hasCustomPrompt="1"/>
          </p:nvPr>
        </p:nvSpPr>
        <p:spPr>
          <a:xfrm>
            <a:off x="605415" y="4710764"/>
            <a:ext cx="8600729" cy="1575926"/>
          </a:xfrm>
        </p:spPr>
        <p:txBody>
          <a:bodyPr>
            <a:normAutofit/>
          </a:bodyPr>
          <a:lstStyle>
            <a:lvl1pPr marL="0" indent="0">
              <a:buNone/>
              <a:defRPr sz="4000" b="0">
                <a:solidFill>
                  <a:srgbClr val="0D2345"/>
                </a:solidFill>
                <a:latin typeface="Arial" panose="020B0604020202020204" pitchFamily="34" charset="0"/>
                <a:cs typeface="Arial" panose="020B0604020202020204" pitchFamily="34" charset="0"/>
              </a:defRPr>
            </a:lvl1pPr>
          </a:lstStyle>
          <a:p>
            <a:pPr algn="l"/>
            <a:r>
              <a:rPr lang="en-US"/>
              <a:t>Course Code Course Number Course Name</a:t>
            </a:r>
          </a:p>
        </p:txBody>
      </p:sp>
      <p:sp>
        <p:nvSpPr>
          <p:cNvPr id="11" name="Title 10">
            <a:extLst>
              <a:ext uri="{FF2B5EF4-FFF2-40B4-BE49-F238E27FC236}">
                <a16:creationId xmlns:a16="http://schemas.microsoft.com/office/drawing/2014/main" id="{5877F605-690A-BAAC-880B-82D164342893}"/>
              </a:ext>
            </a:extLst>
          </p:cNvPr>
          <p:cNvSpPr>
            <a:spLocks noGrp="1"/>
          </p:cNvSpPr>
          <p:nvPr>
            <p:ph type="title" hasCustomPrompt="1"/>
          </p:nvPr>
        </p:nvSpPr>
        <p:spPr>
          <a:xfrm>
            <a:off x="605415" y="2826472"/>
            <a:ext cx="8964712" cy="1588127"/>
          </a:xfrm>
        </p:spPr>
        <p:txBody>
          <a:bodyPr>
            <a:spAutoFit/>
          </a:bodyPr>
          <a:lstStyle>
            <a:lvl1pPr algn="l">
              <a:defRPr sz="5400">
                <a:solidFill>
                  <a:srgbClr val="0D2345"/>
                </a:solidFill>
              </a:defRPr>
            </a:lvl1pPr>
          </a:lstStyle>
          <a:p>
            <a:r>
              <a:rPr lang="en-US"/>
              <a:t>Placeholder for Presentation Tile</a:t>
            </a:r>
          </a:p>
        </p:txBody>
      </p:sp>
    </p:spTree>
    <p:custDataLst>
      <p:tags r:id="rId1"/>
    </p:custDataLst>
    <p:extLst>
      <p:ext uri="{BB962C8B-B14F-4D97-AF65-F5344CB8AC3E}">
        <p14:creationId xmlns:p14="http://schemas.microsoft.com/office/powerpoint/2010/main" val="8924816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C238DE50-1D0E-4975-F893-C2B5401A9573}"/>
              </a:ext>
            </a:extLst>
          </p:cNvPr>
          <p:cNvSpPr>
            <a:spLocks noGrp="1"/>
          </p:cNvSpPr>
          <p:nvPr>
            <p:ph type="subTitle" idx="1" hasCustomPrompt="1"/>
          </p:nvPr>
        </p:nvSpPr>
        <p:spPr>
          <a:xfrm>
            <a:off x="607381" y="4739611"/>
            <a:ext cx="6232636" cy="1120038"/>
          </a:xfrm>
        </p:spPr>
        <p:txBody>
          <a:bodyPr/>
          <a:lstStyle>
            <a:lvl1pPr marL="0" indent="0">
              <a:buNone/>
              <a:defRPr>
                <a:solidFill>
                  <a:schemeClr val="bg1"/>
                </a:solidFill>
                <a:latin typeface="Arial" panose="020B0604020202020204" pitchFamily="34" charset="0"/>
                <a:cs typeface="Arial" panose="020B0604020202020204" pitchFamily="34" charset="0"/>
              </a:defRPr>
            </a:lvl1pPr>
          </a:lstStyle>
          <a:p>
            <a:pPr algn="l"/>
            <a:r>
              <a:rPr lang="en-US"/>
              <a:t>Course Name</a:t>
            </a:r>
          </a:p>
          <a:p>
            <a:pPr algn="l"/>
            <a:r>
              <a:rPr lang="en-US"/>
              <a:t>Instructor Name</a:t>
            </a:r>
          </a:p>
        </p:txBody>
      </p:sp>
      <p:sp>
        <p:nvSpPr>
          <p:cNvPr id="2" name="Title 1">
            <a:extLst>
              <a:ext uri="{FF2B5EF4-FFF2-40B4-BE49-F238E27FC236}">
                <a16:creationId xmlns:a16="http://schemas.microsoft.com/office/drawing/2014/main" id="{E6F2A91E-68BD-8C0F-4198-651D90DBB54B}"/>
              </a:ext>
            </a:extLst>
          </p:cNvPr>
          <p:cNvSpPr>
            <a:spLocks noGrp="1"/>
          </p:cNvSpPr>
          <p:nvPr>
            <p:ph type="title" hasCustomPrompt="1"/>
          </p:nvPr>
        </p:nvSpPr>
        <p:spPr>
          <a:xfrm>
            <a:off x="607381" y="2689934"/>
            <a:ext cx="10515600" cy="1830473"/>
          </a:xfrm>
        </p:spPr>
        <p:txBody>
          <a:bodyPr>
            <a:noAutofit/>
          </a:bodyPr>
          <a:lstStyle>
            <a:lvl1pPr>
              <a:defRPr sz="6000"/>
            </a:lvl1pPr>
          </a:lstStyle>
          <a:p>
            <a:r>
              <a:rPr lang="en-US"/>
              <a:t>Presentation Title </a:t>
            </a:r>
            <a:br>
              <a:rPr lang="en-US"/>
            </a:br>
            <a:r>
              <a:rPr lang="en-US"/>
              <a:t>Campus Background</a:t>
            </a:r>
          </a:p>
        </p:txBody>
      </p:sp>
    </p:spTree>
    <p:custDataLst>
      <p:tags r:id="rId1"/>
    </p:custDataLst>
    <p:extLst>
      <p:ext uri="{BB962C8B-B14F-4D97-AF65-F5344CB8AC3E}">
        <p14:creationId xmlns:p14="http://schemas.microsoft.com/office/powerpoint/2010/main" val="14739487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06F68-D21A-E875-675B-9CF8CC50F720}"/>
              </a:ext>
            </a:extLst>
          </p:cNvPr>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09585788-8361-F4D9-2591-2742AFC4ECC7}"/>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5" name="Footer Placeholder 4">
            <a:extLst>
              <a:ext uri="{FF2B5EF4-FFF2-40B4-BE49-F238E27FC236}">
                <a16:creationId xmlns:a16="http://schemas.microsoft.com/office/drawing/2014/main" id="{537D8945-CA1C-B164-B307-DD10FCDE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CDA60C-559E-937A-A273-F72C3835B837}"/>
              </a:ext>
            </a:extLst>
          </p:cNvPr>
          <p:cNvSpPr>
            <a:spLocks noGrp="1"/>
          </p:cNvSpPr>
          <p:nvPr>
            <p:ph type="sldNum" sz="quarter" idx="12"/>
          </p:nvPr>
        </p:nvSpPr>
        <p:spPr/>
        <p:txBody>
          <a:bodyPr/>
          <a:lstStyle/>
          <a:p>
            <a:fld id="{6D93B850-6434-CD41-AAB4-825BF7E11BBB}" type="slidenum">
              <a:rPr lang="en-US" smtClean="0"/>
              <a:t>‹#›</a:t>
            </a:fld>
            <a:endParaRPr lang="en-US"/>
          </a:p>
        </p:txBody>
      </p:sp>
      <p:sp>
        <p:nvSpPr>
          <p:cNvPr id="8" name="Content Placeholder 7">
            <a:extLst>
              <a:ext uri="{FF2B5EF4-FFF2-40B4-BE49-F238E27FC236}">
                <a16:creationId xmlns:a16="http://schemas.microsoft.com/office/drawing/2014/main" id="{4B0A6443-2441-C53B-F534-721FAFAFE751}"/>
              </a:ext>
            </a:extLst>
          </p:cNvPr>
          <p:cNvSpPr>
            <a:spLocks noGrp="1"/>
          </p:cNvSpPr>
          <p:nvPr>
            <p:ph sz="quarter" idx="13"/>
          </p:nvPr>
        </p:nvSpPr>
        <p:spPr>
          <a:xfrm>
            <a:off x="838200" y="1828800"/>
            <a:ext cx="105918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3074176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BB19E-0D85-055F-1715-93DD2157BDEB}"/>
              </a:ext>
            </a:extLst>
          </p:cNvPr>
          <p:cNvSpPr>
            <a:spLocks noGrp="1"/>
          </p:cNvSpPr>
          <p:nvPr>
            <p:ph type="title" hasCustomPrompt="1"/>
          </p:nvPr>
        </p:nvSpPr>
        <p:spPr>
          <a:xfrm>
            <a:off x="579789" y="2218842"/>
            <a:ext cx="7308850" cy="1898788"/>
          </a:xfrm>
        </p:spPr>
        <p:txBody>
          <a:bodyPr anchor="ctr"/>
          <a:lstStyle>
            <a:lvl1pPr algn="l">
              <a:defRPr sz="6000" b="1">
                <a:solidFill>
                  <a:schemeClr val="bg1"/>
                </a:solidFill>
                <a:latin typeface="Arial" panose="020B0604020202020204" pitchFamily="34" charset="0"/>
                <a:cs typeface="Arial" panose="020B0604020202020204" pitchFamily="34" charset="0"/>
              </a:defRPr>
            </a:lvl1pPr>
          </a:lstStyle>
          <a:p>
            <a:r>
              <a:rPr lang="en-US"/>
              <a:t>Section Header</a:t>
            </a:r>
          </a:p>
        </p:txBody>
      </p:sp>
      <p:sp>
        <p:nvSpPr>
          <p:cNvPr id="3" name="Text Placeholder 2">
            <a:extLst>
              <a:ext uri="{FF2B5EF4-FFF2-40B4-BE49-F238E27FC236}">
                <a16:creationId xmlns:a16="http://schemas.microsoft.com/office/drawing/2014/main" id="{F18F0545-F0F2-7134-0842-3ED46BB6AA44}"/>
              </a:ext>
            </a:extLst>
          </p:cNvPr>
          <p:cNvSpPr>
            <a:spLocks noGrp="1"/>
          </p:cNvSpPr>
          <p:nvPr>
            <p:ph type="body" idx="1" hasCustomPrompt="1"/>
          </p:nvPr>
        </p:nvSpPr>
        <p:spPr>
          <a:xfrm>
            <a:off x="579788" y="4364176"/>
            <a:ext cx="7421211"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subtitle style</a:t>
            </a:r>
          </a:p>
        </p:txBody>
      </p:sp>
    </p:spTree>
    <p:custDataLst>
      <p:tags r:id="rId1"/>
    </p:custDataLst>
    <p:extLst>
      <p:ext uri="{BB962C8B-B14F-4D97-AF65-F5344CB8AC3E}">
        <p14:creationId xmlns:p14="http://schemas.microsoft.com/office/powerpoint/2010/main" val="17526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6C8A2-CADE-7463-C9A4-4E27435E7F36}"/>
              </a:ext>
            </a:extLst>
          </p:cNvPr>
          <p:cNvSpPr>
            <a:spLocks noGrp="1"/>
          </p:cNvSpPr>
          <p:nvPr>
            <p:ph type="title"/>
          </p:nvPr>
        </p:nvSpPr>
        <p:spPr>
          <a:xfrm>
            <a:off x="600075" y="365126"/>
            <a:ext cx="10753725" cy="111911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6377522-C844-A5C8-A2F1-158B40C29CE3}"/>
              </a:ext>
            </a:extLst>
          </p:cNvPr>
          <p:cNvSpPr>
            <a:spLocks noGrp="1"/>
          </p:cNvSpPr>
          <p:nvPr>
            <p:ph sz="half" idx="1"/>
          </p:nvPr>
        </p:nvSpPr>
        <p:spPr>
          <a:xfrm>
            <a:off x="600075" y="1825625"/>
            <a:ext cx="541972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9DA73B-8868-C5C5-A1C0-2AE977ACEF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0D8392-99CA-0F91-E0C5-97BD2E362A24}"/>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6" name="Footer Placeholder 5">
            <a:extLst>
              <a:ext uri="{FF2B5EF4-FFF2-40B4-BE49-F238E27FC236}">
                <a16:creationId xmlns:a16="http://schemas.microsoft.com/office/drawing/2014/main" id="{FCD7DA50-4F2E-D3DA-55CB-83AA132ED0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531E00-77F0-016C-9E61-29D09166C06A}"/>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2325385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Content">
    <p:bg>
      <p:bgPr>
        <a:solidFill>
          <a:schemeClr val="bg1"/>
        </a:solidFill>
        <a:effectLst/>
      </p:bgPr>
    </p:bg>
    <p:spTree>
      <p:nvGrpSpPr>
        <p:cNvPr id="1" name=""/>
        <p:cNvGrpSpPr/>
        <p:nvPr/>
      </p:nvGrpSpPr>
      <p:grpSpPr>
        <a:xfrm>
          <a:off x="0" y="0"/>
          <a:ext cx="0" cy="0"/>
          <a:chOff x="0" y="0"/>
          <a:chExt cx="0" cy="0"/>
        </a:xfrm>
      </p:grpSpPr>
      <p:sp>
        <p:nvSpPr>
          <p:cNvPr id="41" name="Text Placeholder 12"/>
          <p:cNvSpPr>
            <a:spLocks noGrp="1"/>
          </p:cNvSpPr>
          <p:nvPr>
            <p:ph type="body" sz="quarter" idx="21"/>
          </p:nvPr>
        </p:nvSpPr>
        <p:spPr>
          <a:xfrm>
            <a:off x="535431" y="5841108"/>
            <a:ext cx="3420932" cy="173930"/>
          </a:xfrm>
          <a:solidFill>
            <a:schemeClr val="bg1"/>
          </a:solidFill>
        </p:spPr>
        <p:txBody>
          <a:bodyPr lIns="396000" rIns="396000" anchor="ctr">
            <a:noAutofit/>
          </a:bodyPr>
          <a:lstStyle>
            <a:lvl1pPr marL="0" indent="0">
              <a:buNone/>
              <a:defRPr sz="1100" b="1">
                <a:solidFill>
                  <a:schemeClr val="tx2"/>
                </a:solidFill>
                <a:latin typeface="+mn-lt"/>
              </a:defRPr>
            </a:lvl1pPr>
            <a:lvl2pPr marL="457178" indent="0">
              <a:buNone/>
              <a:defRPr sz="1800" b="1">
                <a:solidFill>
                  <a:schemeClr val="bg1"/>
                </a:solidFill>
              </a:defRPr>
            </a:lvl2pPr>
            <a:lvl3pPr marL="914354" indent="0">
              <a:buNone/>
              <a:defRPr sz="1800" b="1">
                <a:solidFill>
                  <a:schemeClr val="bg1"/>
                </a:solidFill>
              </a:defRPr>
            </a:lvl3pPr>
            <a:lvl4pPr marL="1371532" indent="0">
              <a:buNone/>
              <a:defRPr sz="1800" b="1">
                <a:solidFill>
                  <a:schemeClr val="bg1"/>
                </a:solidFill>
              </a:defRPr>
            </a:lvl4pPr>
            <a:lvl5pPr marL="1828709" indent="0">
              <a:buNone/>
              <a:defRPr sz="1800" b="1">
                <a:solidFill>
                  <a:schemeClr val="bg1"/>
                </a:solidFill>
              </a:defRPr>
            </a:lvl5pPr>
          </a:lstStyle>
          <a:p>
            <a:pPr lvl="0"/>
            <a:r>
              <a:rPr lang="en-US"/>
              <a:t>Click to edit Master text styles</a:t>
            </a:r>
          </a:p>
        </p:txBody>
      </p:sp>
      <p:sp>
        <p:nvSpPr>
          <p:cNvPr id="2" name="Title 1"/>
          <p:cNvSpPr>
            <a:spLocks noGrp="1"/>
          </p:cNvSpPr>
          <p:nvPr>
            <p:ph type="title"/>
          </p:nvPr>
        </p:nvSpPr>
        <p:spPr>
          <a:xfrm>
            <a:off x="536364" y="476722"/>
            <a:ext cx="10636465" cy="768545"/>
          </a:xfrm>
        </p:spPr>
        <p:txBody>
          <a:bodyPr/>
          <a:lstStyle>
            <a:lvl1pPr>
              <a:defRPr b="1" i="0">
                <a:solidFill>
                  <a:schemeClr val="tx2"/>
                </a:solidFill>
                <a:latin typeface="Arial" panose="020B0604020202020204" pitchFamily="34" charset="0"/>
              </a:defRPr>
            </a:lvl1pPr>
          </a:lstStyle>
          <a:p>
            <a:r>
              <a:rPr lang="en-US"/>
              <a:t>Click to edit Master title style</a:t>
            </a:r>
            <a:endParaRPr lang="en-GB"/>
          </a:p>
        </p:txBody>
      </p:sp>
      <p:sp>
        <p:nvSpPr>
          <p:cNvPr id="25" name="Text Placeholder 24"/>
          <p:cNvSpPr>
            <a:spLocks noGrp="1"/>
          </p:cNvSpPr>
          <p:nvPr>
            <p:ph type="body" sz="quarter" idx="13"/>
          </p:nvPr>
        </p:nvSpPr>
        <p:spPr>
          <a:xfrm>
            <a:off x="535431" y="2442410"/>
            <a:ext cx="3420932" cy="3420000"/>
          </a:xfrm>
          <a:noFill/>
          <a:ln>
            <a:noFill/>
          </a:ln>
        </p:spPr>
        <p:txBody>
          <a:bodyPr lIns="396000" tIns="360000" rIns="396000">
            <a:normAutofit/>
          </a:bodyPr>
          <a:lstStyle>
            <a:lvl1pPr marL="0" indent="0">
              <a:buNone/>
              <a:defRPr sz="1800">
                <a:solidFill>
                  <a:schemeClr val="tx1"/>
                </a:solidFill>
                <a:latin typeface="+mn-lt"/>
                <a:ea typeface="Verdana" panose="020B0604030504040204" pitchFamily="34" charset="0"/>
                <a:cs typeface="Verdana" panose="020B0604030504040204" pitchFamily="34" charset="0"/>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13" name="Text Placeholder 12"/>
          <p:cNvSpPr>
            <a:spLocks noGrp="1"/>
          </p:cNvSpPr>
          <p:nvPr>
            <p:ph type="body" sz="quarter" idx="16"/>
          </p:nvPr>
        </p:nvSpPr>
        <p:spPr>
          <a:xfrm>
            <a:off x="535431" y="1652337"/>
            <a:ext cx="3420932" cy="790074"/>
          </a:xfrm>
          <a:solidFill>
            <a:srgbClr val="0D2345"/>
          </a:solidFill>
        </p:spPr>
        <p:txBody>
          <a:bodyPr lIns="396000" rIns="396000" anchor="ctr">
            <a:noAutofit/>
          </a:bodyPr>
          <a:lstStyle>
            <a:lvl1pPr marL="0" indent="0">
              <a:buNone/>
              <a:defRPr sz="2000" b="1" i="0">
                <a:solidFill>
                  <a:schemeClr val="bg1"/>
                </a:solidFill>
                <a:latin typeface="+mj-lt"/>
              </a:defRPr>
            </a:lvl1pPr>
            <a:lvl2pPr marL="457178" indent="0">
              <a:buNone/>
              <a:defRPr sz="1800" b="1">
                <a:solidFill>
                  <a:schemeClr val="bg1"/>
                </a:solidFill>
              </a:defRPr>
            </a:lvl2pPr>
            <a:lvl3pPr marL="914354" indent="0">
              <a:buNone/>
              <a:defRPr sz="1800" b="1">
                <a:solidFill>
                  <a:schemeClr val="bg1"/>
                </a:solidFill>
              </a:defRPr>
            </a:lvl3pPr>
            <a:lvl4pPr marL="1371532" indent="0">
              <a:buNone/>
              <a:defRPr sz="1800" b="1">
                <a:solidFill>
                  <a:schemeClr val="bg1"/>
                </a:solidFill>
              </a:defRPr>
            </a:lvl4pPr>
            <a:lvl5pPr marL="1828709" indent="0">
              <a:buNone/>
              <a:defRPr sz="1800" b="1">
                <a:solidFill>
                  <a:schemeClr val="bg1"/>
                </a:solidFill>
              </a:defRPr>
            </a:lvl5pPr>
          </a:lstStyle>
          <a:p>
            <a:pPr lvl="0"/>
            <a:r>
              <a:rPr lang="en-US"/>
              <a:t>Click to edit Master text styles</a:t>
            </a:r>
          </a:p>
        </p:txBody>
      </p:sp>
      <p:sp>
        <p:nvSpPr>
          <p:cNvPr id="34"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361451" y="570009"/>
            <a:ext cx="304131" cy="365125"/>
          </a:xfrm>
          <a:prstGeom prst="rect">
            <a:avLst/>
          </a:prstGeom>
        </p:spPr>
        <p:txBody>
          <a:bodyPr vert="horz" lIns="0" tIns="45720" rIns="0" bIns="45720" rtlCol="0" anchor="ctr"/>
          <a:lstStyle>
            <a:lvl1pPr algn="l">
              <a:defRPr sz="1000" b="0" i="0">
                <a:solidFill>
                  <a:schemeClr val="accent6"/>
                </a:solidFill>
                <a:latin typeface="+mn-lt"/>
              </a:defRPr>
            </a:lvl1pPr>
          </a:lstStyle>
          <a:p>
            <a:fld id="{54797FC3-DC33-DA47-95F6-F7EB925D69E8}" type="slidenum">
              <a:rPr lang="en-US" smtClean="0"/>
              <a:pPr/>
              <a:t>‹#›</a:t>
            </a:fld>
            <a:endParaRPr lang="en-US"/>
          </a:p>
        </p:txBody>
      </p:sp>
      <p:cxnSp>
        <p:nvCxnSpPr>
          <p:cNvPr id="35" name="Straight Connector 34">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 Placeholder 12"/>
          <p:cNvSpPr>
            <a:spLocks noGrp="1"/>
          </p:cNvSpPr>
          <p:nvPr>
            <p:ph type="body" sz="quarter" idx="17"/>
          </p:nvPr>
        </p:nvSpPr>
        <p:spPr>
          <a:xfrm>
            <a:off x="4389363" y="1652337"/>
            <a:ext cx="3420932" cy="790074"/>
          </a:xfrm>
          <a:solidFill>
            <a:srgbClr val="0D2345"/>
          </a:solidFill>
        </p:spPr>
        <p:txBody>
          <a:bodyPr lIns="396000" rIns="396000" anchor="ctr">
            <a:noAutofit/>
          </a:bodyPr>
          <a:lstStyle>
            <a:lvl1pPr marL="0" indent="0">
              <a:buNone/>
              <a:defRPr sz="2000" b="1" i="0">
                <a:solidFill>
                  <a:schemeClr val="bg1"/>
                </a:solidFill>
                <a:latin typeface="+mj-lt"/>
              </a:defRPr>
            </a:lvl1pPr>
            <a:lvl2pPr marL="457178" indent="0">
              <a:buNone/>
              <a:defRPr sz="1800" b="1">
                <a:solidFill>
                  <a:schemeClr val="bg1"/>
                </a:solidFill>
              </a:defRPr>
            </a:lvl2pPr>
            <a:lvl3pPr marL="914354" indent="0">
              <a:buNone/>
              <a:defRPr sz="1800" b="1">
                <a:solidFill>
                  <a:schemeClr val="bg1"/>
                </a:solidFill>
              </a:defRPr>
            </a:lvl3pPr>
            <a:lvl4pPr marL="1371532" indent="0">
              <a:buNone/>
              <a:defRPr sz="1800" b="1">
                <a:solidFill>
                  <a:schemeClr val="bg1"/>
                </a:solidFill>
              </a:defRPr>
            </a:lvl4pPr>
            <a:lvl5pPr marL="1828709" indent="0">
              <a:buNone/>
              <a:defRPr sz="1800" b="1">
                <a:solidFill>
                  <a:schemeClr val="bg1"/>
                </a:solidFill>
              </a:defRPr>
            </a:lvl5pPr>
          </a:lstStyle>
          <a:p>
            <a:pPr lvl="0"/>
            <a:r>
              <a:rPr lang="en-US"/>
              <a:t>Click to edit Master text styles</a:t>
            </a:r>
          </a:p>
        </p:txBody>
      </p:sp>
      <p:sp>
        <p:nvSpPr>
          <p:cNvPr id="38" name="Text Placeholder 12"/>
          <p:cNvSpPr>
            <a:spLocks noGrp="1"/>
          </p:cNvSpPr>
          <p:nvPr>
            <p:ph type="body" sz="quarter" idx="18"/>
          </p:nvPr>
        </p:nvSpPr>
        <p:spPr>
          <a:xfrm>
            <a:off x="8238603" y="1652337"/>
            <a:ext cx="3420932" cy="790074"/>
          </a:xfrm>
          <a:solidFill>
            <a:srgbClr val="0D2345"/>
          </a:solidFill>
        </p:spPr>
        <p:txBody>
          <a:bodyPr lIns="396000" rIns="396000" anchor="ctr">
            <a:noAutofit/>
          </a:bodyPr>
          <a:lstStyle>
            <a:lvl1pPr marL="0" indent="0">
              <a:buNone/>
              <a:defRPr sz="2000" b="1" i="0">
                <a:solidFill>
                  <a:schemeClr val="bg1"/>
                </a:solidFill>
                <a:latin typeface="+mj-lt"/>
              </a:defRPr>
            </a:lvl1pPr>
            <a:lvl2pPr marL="457178" indent="0">
              <a:buNone/>
              <a:defRPr sz="1800" b="1">
                <a:solidFill>
                  <a:schemeClr val="bg1"/>
                </a:solidFill>
              </a:defRPr>
            </a:lvl2pPr>
            <a:lvl3pPr marL="914354" indent="0">
              <a:buNone/>
              <a:defRPr sz="1800" b="1">
                <a:solidFill>
                  <a:schemeClr val="bg1"/>
                </a:solidFill>
              </a:defRPr>
            </a:lvl3pPr>
            <a:lvl4pPr marL="1371532" indent="0">
              <a:buNone/>
              <a:defRPr sz="1800" b="1">
                <a:solidFill>
                  <a:schemeClr val="bg1"/>
                </a:solidFill>
              </a:defRPr>
            </a:lvl4pPr>
            <a:lvl5pPr marL="1828709" indent="0">
              <a:buNone/>
              <a:defRPr sz="1800" b="1">
                <a:solidFill>
                  <a:schemeClr val="bg1"/>
                </a:solidFill>
              </a:defRPr>
            </a:lvl5pPr>
          </a:lstStyle>
          <a:p>
            <a:pPr lvl="0"/>
            <a:r>
              <a:rPr lang="en-US"/>
              <a:t>Click to edit Master text styles</a:t>
            </a:r>
          </a:p>
        </p:txBody>
      </p:sp>
      <p:sp>
        <p:nvSpPr>
          <p:cNvPr id="42" name="Text Placeholder 12"/>
          <p:cNvSpPr>
            <a:spLocks noGrp="1"/>
          </p:cNvSpPr>
          <p:nvPr>
            <p:ph type="body" sz="quarter" idx="22"/>
          </p:nvPr>
        </p:nvSpPr>
        <p:spPr>
          <a:xfrm>
            <a:off x="4389363" y="5841108"/>
            <a:ext cx="3420932" cy="173930"/>
          </a:xfrm>
          <a:solidFill>
            <a:schemeClr val="bg1"/>
          </a:solidFill>
        </p:spPr>
        <p:txBody>
          <a:bodyPr lIns="396000" rIns="396000" anchor="ctr">
            <a:noAutofit/>
          </a:bodyPr>
          <a:lstStyle>
            <a:lvl1pPr marL="0" indent="0">
              <a:buNone/>
              <a:defRPr sz="1100" b="1">
                <a:solidFill>
                  <a:schemeClr val="tx2"/>
                </a:solidFill>
                <a:latin typeface="+mn-lt"/>
              </a:defRPr>
            </a:lvl1pPr>
            <a:lvl2pPr marL="457178" indent="0">
              <a:buNone/>
              <a:defRPr sz="1800" b="1">
                <a:solidFill>
                  <a:schemeClr val="bg1"/>
                </a:solidFill>
              </a:defRPr>
            </a:lvl2pPr>
            <a:lvl3pPr marL="914354" indent="0">
              <a:buNone/>
              <a:defRPr sz="1800" b="1">
                <a:solidFill>
                  <a:schemeClr val="bg1"/>
                </a:solidFill>
              </a:defRPr>
            </a:lvl3pPr>
            <a:lvl4pPr marL="1371532" indent="0">
              <a:buNone/>
              <a:defRPr sz="1800" b="1">
                <a:solidFill>
                  <a:schemeClr val="bg1"/>
                </a:solidFill>
              </a:defRPr>
            </a:lvl4pPr>
            <a:lvl5pPr marL="1828709" indent="0">
              <a:buNone/>
              <a:defRPr sz="1800" b="1">
                <a:solidFill>
                  <a:schemeClr val="bg1"/>
                </a:solidFill>
              </a:defRPr>
            </a:lvl5pPr>
          </a:lstStyle>
          <a:p>
            <a:pPr lvl="0"/>
            <a:r>
              <a:rPr lang="en-US"/>
              <a:t>Click to edit Master text styles</a:t>
            </a:r>
          </a:p>
        </p:txBody>
      </p:sp>
      <p:sp>
        <p:nvSpPr>
          <p:cNvPr id="43" name="Text Placeholder 12"/>
          <p:cNvSpPr>
            <a:spLocks noGrp="1"/>
          </p:cNvSpPr>
          <p:nvPr>
            <p:ph type="body" sz="quarter" idx="23"/>
          </p:nvPr>
        </p:nvSpPr>
        <p:spPr>
          <a:xfrm>
            <a:off x="8238603" y="5841108"/>
            <a:ext cx="3420932" cy="173930"/>
          </a:xfrm>
          <a:solidFill>
            <a:schemeClr val="bg1"/>
          </a:solidFill>
        </p:spPr>
        <p:txBody>
          <a:bodyPr lIns="396000" rIns="396000" anchor="ctr">
            <a:noAutofit/>
          </a:bodyPr>
          <a:lstStyle>
            <a:lvl1pPr marL="0" indent="0">
              <a:buNone/>
              <a:defRPr sz="1100" b="1">
                <a:solidFill>
                  <a:schemeClr val="tx2"/>
                </a:solidFill>
                <a:latin typeface="+mn-lt"/>
              </a:defRPr>
            </a:lvl1pPr>
            <a:lvl2pPr marL="457178" indent="0">
              <a:buNone/>
              <a:defRPr sz="1800" b="1">
                <a:solidFill>
                  <a:schemeClr val="bg1"/>
                </a:solidFill>
              </a:defRPr>
            </a:lvl2pPr>
            <a:lvl3pPr marL="914354" indent="0">
              <a:buNone/>
              <a:defRPr sz="1800" b="1">
                <a:solidFill>
                  <a:schemeClr val="bg1"/>
                </a:solidFill>
              </a:defRPr>
            </a:lvl3pPr>
            <a:lvl4pPr marL="1371532" indent="0">
              <a:buNone/>
              <a:defRPr sz="1800" b="1">
                <a:solidFill>
                  <a:schemeClr val="bg1"/>
                </a:solidFill>
              </a:defRPr>
            </a:lvl4pPr>
            <a:lvl5pPr marL="1828709" indent="0">
              <a:buNone/>
              <a:defRPr sz="1800" b="1">
                <a:solidFill>
                  <a:schemeClr val="bg1"/>
                </a:solidFill>
              </a:defRPr>
            </a:lvl5pPr>
          </a:lstStyle>
          <a:p>
            <a:pPr lvl="0"/>
            <a:r>
              <a:rPr lang="en-US"/>
              <a:t>Click to edit Master text styles</a:t>
            </a:r>
          </a:p>
        </p:txBody>
      </p:sp>
      <p:sp>
        <p:nvSpPr>
          <p:cNvPr id="44" name="Text Placeholder 24"/>
          <p:cNvSpPr>
            <a:spLocks noGrp="1"/>
          </p:cNvSpPr>
          <p:nvPr>
            <p:ph type="body" sz="quarter" idx="24"/>
          </p:nvPr>
        </p:nvSpPr>
        <p:spPr>
          <a:xfrm>
            <a:off x="4389363" y="2442411"/>
            <a:ext cx="3420932" cy="3420000"/>
          </a:xfrm>
          <a:solidFill>
            <a:schemeClr val="bg2"/>
          </a:solidFill>
        </p:spPr>
        <p:txBody>
          <a:bodyPr lIns="396000" tIns="360000" rIns="396000">
            <a:normAutofit/>
          </a:bodyPr>
          <a:lstStyle>
            <a:lvl1pPr marL="0" indent="0">
              <a:buNone/>
              <a:defRPr sz="1800">
                <a:solidFill>
                  <a:schemeClr val="tx1"/>
                </a:solidFill>
                <a:latin typeface="+mj-lt"/>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45" name="Text Placeholder 24"/>
          <p:cNvSpPr>
            <a:spLocks noGrp="1"/>
          </p:cNvSpPr>
          <p:nvPr>
            <p:ph type="body" sz="quarter" idx="25"/>
          </p:nvPr>
        </p:nvSpPr>
        <p:spPr>
          <a:xfrm>
            <a:off x="8238603" y="2442411"/>
            <a:ext cx="3420932" cy="3420000"/>
          </a:xfrm>
          <a:solidFill>
            <a:schemeClr val="bg2"/>
          </a:solidFill>
        </p:spPr>
        <p:txBody>
          <a:bodyPr lIns="396000" tIns="360000" rIns="396000">
            <a:normAutofit/>
          </a:bodyPr>
          <a:lstStyle>
            <a:lvl1pPr marL="0" indent="0">
              <a:buNone/>
              <a:defRPr sz="1800">
                <a:solidFill>
                  <a:srgbClr val="011E41"/>
                </a:solidFill>
                <a:latin typeface="+mn-lt"/>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20" name="TextBox 19">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9" name="Picture 18"/>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1656808545"/>
      </p:ext>
    </p:extLst>
  </p:cSld>
  <p:clrMapOvr>
    <a:masterClrMapping/>
  </p:clrMapOvr>
  <p:extLst>
    <p:ext uri="{DCECCB84-F9BA-43D5-87BE-67443E8EF086}">
      <p15:sldGuideLst xmlns:p15="http://schemas.microsoft.com/office/powerpoint/2012/main">
        <p15:guide id="1" orient="horz" pos="1042">
          <p15:clr>
            <a:srgbClr val="FBAE40"/>
          </p15:clr>
        </p15:guide>
        <p15:guide id="2" pos="339">
          <p15:clr>
            <a:srgbClr val="FBAE40"/>
          </p15:clr>
        </p15:guide>
        <p15:guide id="3" orient="horz" pos="3789">
          <p15:clr>
            <a:srgbClr val="FBAE40"/>
          </p15:clr>
        </p15:guide>
        <p15:guide id="4" pos="7159">
          <p15:clr>
            <a:srgbClr val="FBAE40"/>
          </p15:clr>
        </p15:guide>
        <p15:guide id="5" pos="7039">
          <p15:clr>
            <a:srgbClr val="FBAE40"/>
          </p15:clr>
        </p15:guide>
        <p15:guide id="6" pos="7344">
          <p15:clr>
            <a:srgbClr val="FBAE40"/>
          </p15:clr>
        </p15:guide>
        <p15:guide id="7" orient="horz" pos="432">
          <p15:clr>
            <a:srgbClr val="FBAE40"/>
          </p15:clr>
        </p15:guide>
        <p15:guide id="8" pos="2491">
          <p15:clr>
            <a:srgbClr val="FBAE40"/>
          </p15:clr>
        </p15:guide>
        <p15:guide id="9" pos="2761">
          <p15:clr>
            <a:srgbClr val="FBAE40"/>
          </p15:clr>
        </p15:guide>
        <p15:guide id="10" pos="4921">
          <p15:clr>
            <a:srgbClr val="FBAE40"/>
          </p15:clr>
        </p15:guide>
        <p15:guide id="11" pos="5192">
          <p15:clr>
            <a:srgbClr val="FBAE40"/>
          </p15:clr>
        </p15:guide>
        <p15:guide id="12" orient="horz" pos="42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cts - 4 Related">
    <p:bg>
      <p:bgPr>
        <a:solidFill>
          <a:schemeClr val="bg1"/>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542929" y="1665288"/>
            <a:ext cx="5631649" cy="2052000"/>
            <a:chOff x="542925" y="1665288"/>
            <a:chExt cx="5758291" cy="2170112"/>
          </a:xfrm>
          <a:solidFill>
            <a:srgbClr val="0D2345"/>
          </a:solidFill>
        </p:grpSpPr>
        <p:sp>
          <p:nvSpPr>
            <p:cNvPr id="4" name="Rectangle 3"/>
            <p:cNvSpPr/>
            <p:nvPr/>
          </p:nvSpPr>
          <p:spPr>
            <a:xfrm>
              <a:off x="542925" y="1665288"/>
              <a:ext cx="5553075" cy="2170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 name="Triangle 4"/>
            <p:cNvSpPr/>
            <p:nvPr/>
          </p:nvSpPr>
          <p:spPr>
            <a:xfrm rot="5400000">
              <a:off x="6059966" y="1923372"/>
              <a:ext cx="266505" cy="2159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6" name="Group 5"/>
          <p:cNvGrpSpPr/>
          <p:nvPr userDrawn="1"/>
        </p:nvGrpSpPr>
        <p:grpSpPr>
          <a:xfrm>
            <a:off x="6227653" y="1665288"/>
            <a:ext cx="5430947" cy="2247806"/>
            <a:chOff x="6227654" y="1665288"/>
            <a:chExt cx="5430946" cy="2369060"/>
          </a:xfrm>
        </p:grpSpPr>
        <p:sp>
          <p:nvSpPr>
            <p:cNvPr id="7" name="Rectangle 6"/>
            <p:cNvSpPr/>
            <p:nvPr/>
          </p:nvSpPr>
          <p:spPr>
            <a:xfrm>
              <a:off x="6227654" y="1665288"/>
              <a:ext cx="5430946" cy="2170112"/>
            </a:xfrm>
            <a:prstGeom prst="rect">
              <a:avLst/>
            </a:prstGeom>
            <a:solidFill>
              <a:srgbClr val="0D2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riangle 7"/>
            <p:cNvSpPr/>
            <p:nvPr/>
          </p:nvSpPr>
          <p:spPr>
            <a:xfrm rot="10800000">
              <a:off x="11157494" y="3818354"/>
              <a:ext cx="250553" cy="21599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9" name="Group 8"/>
          <p:cNvGrpSpPr/>
          <p:nvPr userDrawn="1"/>
        </p:nvGrpSpPr>
        <p:grpSpPr>
          <a:xfrm rot="10800000">
            <a:off x="542925" y="3749587"/>
            <a:ext cx="5430947" cy="2287958"/>
            <a:chOff x="6227654" y="1665288"/>
            <a:chExt cx="5430946" cy="2369060"/>
          </a:xfrm>
          <a:solidFill>
            <a:srgbClr val="0D2345"/>
          </a:solidFill>
        </p:grpSpPr>
        <p:sp>
          <p:nvSpPr>
            <p:cNvPr id="10" name="Rectangle 9"/>
            <p:cNvSpPr/>
            <p:nvPr/>
          </p:nvSpPr>
          <p:spPr>
            <a:xfrm>
              <a:off x="6227654" y="1665288"/>
              <a:ext cx="5430946" cy="2170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Triangle 10"/>
            <p:cNvSpPr/>
            <p:nvPr/>
          </p:nvSpPr>
          <p:spPr>
            <a:xfrm rot="10800000">
              <a:off x="11157494" y="3818354"/>
              <a:ext cx="250553" cy="2159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12" name="Group 11"/>
          <p:cNvGrpSpPr/>
          <p:nvPr userDrawn="1"/>
        </p:nvGrpSpPr>
        <p:grpSpPr>
          <a:xfrm rot="10800000">
            <a:off x="6030965" y="3939994"/>
            <a:ext cx="5627639" cy="2097557"/>
            <a:chOff x="542925" y="1665288"/>
            <a:chExt cx="5754191" cy="2170112"/>
          </a:xfrm>
          <a:solidFill>
            <a:srgbClr val="0D2345"/>
          </a:solidFill>
        </p:grpSpPr>
        <p:sp>
          <p:nvSpPr>
            <p:cNvPr id="13" name="Rectangle 12"/>
            <p:cNvSpPr/>
            <p:nvPr/>
          </p:nvSpPr>
          <p:spPr>
            <a:xfrm>
              <a:off x="542925" y="1665288"/>
              <a:ext cx="5553075" cy="2170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Triangle 13"/>
            <p:cNvSpPr/>
            <p:nvPr/>
          </p:nvSpPr>
          <p:spPr>
            <a:xfrm rot="5400000">
              <a:off x="6055866" y="1923370"/>
              <a:ext cx="266505" cy="2159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5" name="Title 1"/>
          <p:cNvSpPr>
            <a:spLocks noGrp="1"/>
          </p:cNvSpPr>
          <p:nvPr>
            <p:ph type="title"/>
          </p:nvPr>
        </p:nvSpPr>
        <p:spPr>
          <a:xfrm>
            <a:off x="536364" y="476722"/>
            <a:ext cx="10636465" cy="768545"/>
          </a:xfrm>
        </p:spPr>
        <p:txBody>
          <a:bodyPr/>
          <a:lstStyle>
            <a:lvl1pPr>
              <a:defRPr>
                <a:solidFill>
                  <a:schemeClr val="tx2"/>
                </a:solidFill>
                <a:latin typeface="+mn-lt"/>
              </a:defRPr>
            </a:lvl1pPr>
          </a:lstStyle>
          <a:p>
            <a:r>
              <a:rPr lang="en-US"/>
              <a:t>Click to edit Master title style</a:t>
            </a:r>
            <a:endParaRPr lang="en-GB"/>
          </a:p>
        </p:txBody>
      </p:sp>
      <p:sp>
        <p:nvSpPr>
          <p:cNvPr id="16" name="Text Placeholder 24"/>
          <p:cNvSpPr>
            <a:spLocks noGrp="1"/>
          </p:cNvSpPr>
          <p:nvPr>
            <p:ph type="body" sz="quarter" idx="13"/>
          </p:nvPr>
        </p:nvSpPr>
        <p:spPr>
          <a:xfrm>
            <a:off x="982281" y="2024621"/>
            <a:ext cx="4552235" cy="1333334"/>
          </a:xfrm>
        </p:spPr>
        <p:txBody>
          <a:bodyPr anchor="ctr">
            <a:normAutofit/>
          </a:bodyPr>
          <a:lstStyle>
            <a:lvl1pPr marL="0" indent="0">
              <a:buNone/>
              <a:defRPr sz="1800" b="1">
                <a:solidFill>
                  <a:schemeClr val="bg1"/>
                </a:solidFill>
                <a:latin typeface="+mn-lt"/>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17" name="Text Placeholder 24"/>
          <p:cNvSpPr>
            <a:spLocks noGrp="1"/>
          </p:cNvSpPr>
          <p:nvPr>
            <p:ph type="body" sz="quarter" idx="14"/>
          </p:nvPr>
        </p:nvSpPr>
        <p:spPr>
          <a:xfrm>
            <a:off x="6667009" y="2024621"/>
            <a:ext cx="4552235" cy="1333334"/>
          </a:xfrm>
        </p:spPr>
        <p:txBody>
          <a:bodyPr anchor="ctr">
            <a:normAutofit/>
          </a:bodyPr>
          <a:lstStyle>
            <a:lvl1pPr marL="0" indent="0">
              <a:buNone/>
              <a:defRPr sz="1800" b="1">
                <a:solidFill>
                  <a:schemeClr val="bg1"/>
                </a:solidFill>
                <a:latin typeface="+mn-lt"/>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18" name="Text Placeholder 24"/>
          <p:cNvSpPr>
            <a:spLocks noGrp="1"/>
          </p:cNvSpPr>
          <p:nvPr>
            <p:ph type="body" sz="quarter" idx="15"/>
          </p:nvPr>
        </p:nvSpPr>
        <p:spPr>
          <a:xfrm>
            <a:off x="982281" y="4344878"/>
            <a:ext cx="4552235" cy="1333334"/>
          </a:xfrm>
        </p:spPr>
        <p:txBody>
          <a:bodyPr anchor="ctr">
            <a:normAutofit/>
          </a:bodyPr>
          <a:lstStyle>
            <a:lvl1pPr marL="0" indent="0">
              <a:buNone/>
              <a:defRPr sz="1800" b="1">
                <a:solidFill>
                  <a:schemeClr val="bg1"/>
                </a:solidFill>
                <a:latin typeface="+mn-lt"/>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19" name="Text Placeholder 24"/>
          <p:cNvSpPr>
            <a:spLocks noGrp="1"/>
          </p:cNvSpPr>
          <p:nvPr>
            <p:ph type="body" sz="quarter" idx="16"/>
          </p:nvPr>
        </p:nvSpPr>
        <p:spPr>
          <a:xfrm>
            <a:off x="6667009" y="4344878"/>
            <a:ext cx="4552235" cy="1333334"/>
          </a:xfrm>
        </p:spPr>
        <p:txBody>
          <a:bodyPr anchor="ctr">
            <a:normAutofit/>
          </a:bodyPr>
          <a:lstStyle>
            <a:lvl1pPr marL="0" indent="0">
              <a:buNone/>
              <a:defRPr sz="1800" b="1">
                <a:solidFill>
                  <a:schemeClr val="bg1"/>
                </a:solidFill>
                <a:latin typeface="+mn-lt"/>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21"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mn-lt"/>
              </a:defRPr>
            </a:lvl1pPr>
          </a:lstStyle>
          <a:p>
            <a:fld id="{54797FC3-DC33-DA47-95F6-F7EB925D69E8}" type="slidenum">
              <a:rPr lang="en-US" smtClean="0"/>
              <a:pPr/>
              <a:t>‹#›</a:t>
            </a:fld>
            <a:endParaRPr lang="en-US"/>
          </a:p>
        </p:txBody>
      </p:sp>
      <p:cxnSp>
        <p:nvCxnSpPr>
          <p:cNvPr id="22" name="Straight Connector 21">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25" name="Picture 2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063471614"/>
      </p:ext>
    </p:extLst>
  </p:cSld>
  <p:clrMapOvr>
    <a:masterClrMapping/>
  </p:clrMapOvr>
  <p:extLst>
    <p:ext uri="{DCECCB84-F9BA-43D5-87BE-67443E8EF086}">
      <p15:sldGuideLst xmlns:p15="http://schemas.microsoft.com/office/powerpoint/2012/main">
        <p15:guide id="1" pos="339">
          <p15:clr>
            <a:srgbClr val="FBAE40"/>
          </p15:clr>
        </p15:guide>
        <p15:guide id="2" orient="horz" pos="4252">
          <p15:clr>
            <a:srgbClr val="FBAE40"/>
          </p15:clr>
        </p15:guide>
        <p15:guide id="3" orient="horz" pos="3803">
          <p15:clr>
            <a:srgbClr val="FBAE40"/>
          </p15:clr>
        </p15:guide>
        <p15:guide id="4" orient="horz" pos="1050">
          <p15:clr>
            <a:srgbClr val="FBAE40"/>
          </p15:clr>
        </p15:guide>
        <p15:guide id="5" pos="3752">
          <p15:clr>
            <a:srgbClr val="FBAE40"/>
          </p15:clr>
        </p15:guide>
        <p15:guide id="6" pos="3923">
          <p15:clr>
            <a:srgbClr val="FBAE40"/>
          </p15:clr>
        </p15:guide>
        <p15:guide id="7" orient="horz" pos="2482">
          <p15:clr>
            <a:srgbClr val="FBAE40"/>
          </p15:clr>
        </p15:guide>
        <p15:guide id="8" orient="horz" pos="2338">
          <p15:clr>
            <a:srgbClr val="FBAE40"/>
          </p15:clr>
        </p15:guide>
        <p15:guide id="9" orient="horz" pos="432">
          <p15:clr>
            <a:srgbClr val="FBAE40"/>
          </p15:clr>
        </p15:guide>
        <p15:guide id="10" pos="7344">
          <p15:clr>
            <a:srgbClr val="FBAE40"/>
          </p15:clr>
        </p15:guide>
        <p15:guide id="11" pos="7159">
          <p15:clr>
            <a:srgbClr val="FBAE40"/>
          </p15:clr>
        </p15:guide>
        <p15:guide id="12" pos="70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s - 3 Related">
    <p:bg>
      <p:bgPr>
        <a:solidFill>
          <a:schemeClr val="bg1"/>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542929" y="1665288"/>
            <a:ext cx="5631649" cy="2052000"/>
            <a:chOff x="542925" y="1665288"/>
            <a:chExt cx="5758291" cy="2170112"/>
          </a:xfrm>
          <a:solidFill>
            <a:srgbClr val="0D2345"/>
          </a:solidFill>
        </p:grpSpPr>
        <p:sp>
          <p:nvSpPr>
            <p:cNvPr id="4" name="Rectangle 3"/>
            <p:cNvSpPr/>
            <p:nvPr/>
          </p:nvSpPr>
          <p:spPr>
            <a:xfrm>
              <a:off x="542925" y="1665288"/>
              <a:ext cx="5553075" cy="2170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7" name="Triangle 26"/>
            <p:cNvSpPr/>
            <p:nvPr userDrawn="1"/>
          </p:nvSpPr>
          <p:spPr>
            <a:xfrm rot="5400000">
              <a:off x="6059966" y="3318348"/>
              <a:ext cx="266505" cy="2159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grpSp>
        <p:nvGrpSpPr>
          <p:cNvPr id="6" name="Group 5"/>
          <p:cNvGrpSpPr/>
          <p:nvPr userDrawn="1"/>
        </p:nvGrpSpPr>
        <p:grpSpPr>
          <a:xfrm>
            <a:off x="6227653" y="1665288"/>
            <a:ext cx="5430947" cy="2247806"/>
            <a:chOff x="6227654" y="1665288"/>
            <a:chExt cx="5430946" cy="2369060"/>
          </a:xfrm>
          <a:solidFill>
            <a:srgbClr val="0D2345"/>
          </a:solidFill>
        </p:grpSpPr>
        <p:sp>
          <p:nvSpPr>
            <p:cNvPr id="7" name="Rectangle 6"/>
            <p:cNvSpPr/>
            <p:nvPr/>
          </p:nvSpPr>
          <p:spPr>
            <a:xfrm>
              <a:off x="6227654" y="1665288"/>
              <a:ext cx="5430946" cy="2170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riangle 7"/>
            <p:cNvSpPr/>
            <p:nvPr/>
          </p:nvSpPr>
          <p:spPr>
            <a:xfrm rot="10800000">
              <a:off x="6481437" y="3818354"/>
              <a:ext cx="250553" cy="2159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3" name="Rectangle 12"/>
          <p:cNvSpPr/>
          <p:nvPr/>
        </p:nvSpPr>
        <p:spPr>
          <a:xfrm rot="10800000">
            <a:off x="3465029" y="3985545"/>
            <a:ext cx="5430947" cy="2052000"/>
          </a:xfrm>
          <a:prstGeom prst="rect">
            <a:avLst/>
          </a:prstGeom>
          <a:solidFill>
            <a:srgbClr val="0D2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Title 1"/>
          <p:cNvSpPr>
            <a:spLocks noGrp="1"/>
          </p:cNvSpPr>
          <p:nvPr userDrawn="1">
            <p:ph type="title"/>
          </p:nvPr>
        </p:nvSpPr>
        <p:spPr>
          <a:xfrm>
            <a:off x="536364" y="476722"/>
            <a:ext cx="10636465" cy="768545"/>
          </a:xfrm>
        </p:spPr>
        <p:txBody>
          <a:bodyPr/>
          <a:lstStyle>
            <a:lvl1pPr>
              <a:defRPr b="1" i="0">
                <a:solidFill>
                  <a:schemeClr val="tx2"/>
                </a:solidFill>
                <a:latin typeface="Arial" panose="020B0604020202020204" pitchFamily="34" charset="0"/>
              </a:defRPr>
            </a:lvl1pPr>
          </a:lstStyle>
          <a:p>
            <a:r>
              <a:rPr lang="en-US"/>
              <a:t>Click to edit Master title style</a:t>
            </a:r>
            <a:endParaRPr lang="en-GB"/>
          </a:p>
        </p:txBody>
      </p:sp>
      <p:sp>
        <p:nvSpPr>
          <p:cNvPr id="16" name="Text Placeholder 24"/>
          <p:cNvSpPr>
            <a:spLocks noGrp="1"/>
          </p:cNvSpPr>
          <p:nvPr userDrawn="1">
            <p:ph type="body" sz="quarter" idx="13"/>
          </p:nvPr>
        </p:nvSpPr>
        <p:spPr>
          <a:xfrm>
            <a:off x="982281" y="2024621"/>
            <a:ext cx="4552235" cy="1333334"/>
          </a:xfrm>
        </p:spPr>
        <p:txBody>
          <a:bodyPr anchor="ctr">
            <a:normAutofit/>
          </a:bodyPr>
          <a:lstStyle>
            <a:lvl1pPr marL="0" indent="0">
              <a:buNone/>
              <a:defRPr sz="1800" b="1" i="0">
                <a:solidFill>
                  <a:schemeClr val="bg1"/>
                </a:solidFill>
                <a:latin typeface="Arial" panose="020B0604020202020204" pitchFamily="34" charset="0"/>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17" name="Text Placeholder 24"/>
          <p:cNvSpPr>
            <a:spLocks noGrp="1"/>
          </p:cNvSpPr>
          <p:nvPr userDrawn="1">
            <p:ph type="body" sz="quarter" idx="14"/>
          </p:nvPr>
        </p:nvSpPr>
        <p:spPr>
          <a:xfrm>
            <a:off x="6667009" y="2024621"/>
            <a:ext cx="4552235" cy="1333334"/>
          </a:xfrm>
        </p:spPr>
        <p:txBody>
          <a:bodyPr anchor="ctr">
            <a:normAutofit/>
          </a:bodyPr>
          <a:lstStyle>
            <a:lvl1pPr marL="0" indent="0">
              <a:buNone/>
              <a:defRPr sz="1800" b="1" i="0">
                <a:solidFill>
                  <a:schemeClr val="bg1"/>
                </a:solidFill>
                <a:latin typeface="Arial" panose="020B0604020202020204" pitchFamily="34" charset="0"/>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19" name="Text Placeholder 24"/>
          <p:cNvSpPr>
            <a:spLocks noGrp="1"/>
          </p:cNvSpPr>
          <p:nvPr userDrawn="1">
            <p:ph type="body" sz="quarter" idx="16"/>
          </p:nvPr>
        </p:nvSpPr>
        <p:spPr>
          <a:xfrm>
            <a:off x="3904385" y="4344878"/>
            <a:ext cx="4552235" cy="1333334"/>
          </a:xfrm>
        </p:spPr>
        <p:txBody>
          <a:bodyPr anchor="ctr">
            <a:normAutofit/>
          </a:bodyPr>
          <a:lstStyle>
            <a:lvl1pPr marL="0" indent="0">
              <a:buNone/>
              <a:defRPr sz="1800" b="1" i="0">
                <a:solidFill>
                  <a:schemeClr val="bg1"/>
                </a:solidFill>
                <a:latin typeface="Arial" panose="020B0604020202020204" pitchFamily="34" charset="0"/>
              </a:defRPr>
            </a:lvl1pPr>
            <a:lvl2pPr marL="457178" indent="0">
              <a:buNone/>
              <a:defRPr sz="1800">
                <a:solidFill>
                  <a:schemeClr val="bg1"/>
                </a:solidFill>
              </a:defRPr>
            </a:lvl2pPr>
            <a:lvl3pPr marL="914354" indent="0">
              <a:buNone/>
              <a:defRPr sz="1800">
                <a:solidFill>
                  <a:schemeClr val="bg1"/>
                </a:solidFill>
              </a:defRPr>
            </a:lvl3pPr>
            <a:lvl4pPr marL="1371532" indent="0">
              <a:buNone/>
              <a:defRPr sz="1800">
                <a:solidFill>
                  <a:schemeClr val="bg1"/>
                </a:solidFill>
              </a:defRPr>
            </a:lvl4pPr>
            <a:lvl5pPr marL="1828709" indent="0">
              <a:buNone/>
              <a:defRPr sz="1800">
                <a:solidFill>
                  <a:schemeClr val="bg1"/>
                </a:solidFill>
              </a:defRPr>
            </a:lvl5pPr>
          </a:lstStyle>
          <a:p>
            <a:pPr lvl="0"/>
            <a:r>
              <a:rPr lang="en-US"/>
              <a:t>Click to edit Master text styles</a:t>
            </a:r>
          </a:p>
        </p:txBody>
      </p:sp>
      <p:sp>
        <p:nvSpPr>
          <p:cNvPr id="20" name="Slide Number Placeholder 5">
            <a:extLst>
              <a:ext uri="{FF2B5EF4-FFF2-40B4-BE49-F238E27FC236}">
                <a16:creationId xmlns:a16="http://schemas.microsoft.com/office/drawing/2014/main" id="{70CB3332-03E0-A04A-BAC4-A603576BAAB3}"/>
              </a:ext>
            </a:extLst>
          </p:cNvPr>
          <p:cNvSpPr>
            <a:spLocks noGrp="1"/>
          </p:cNvSpPr>
          <p:nvPr userDrawn="1">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21" name="Straight Connector 2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riangle 27"/>
          <p:cNvSpPr/>
          <p:nvPr userDrawn="1"/>
        </p:nvSpPr>
        <p:spPr>
          <a:xfrm>
            <a:off x="5459331" y="3779737"/>
            <a:ext cx="252000" cy="211244"/>
          </a:xfrm>
          <a:prstGeom prst="triangle">
            <a:avLst/>
          </a:prstGeom>
          <a:solidFill>
            <a:srgbClr val="0D2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TextBox 28">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22" name="Picture 2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602703802"/>
      </p:ext>
    </p:extLst>
  </p:cSld>
  <p:clrMapOvr>
    <a:masterClrMapping/>
  </p:clrMapOvr>
  <p:extLst>
    <p:ext uri="{DCECCB84-F9BA-43D5-87BE-67443E8EF086}">
      <p15:sldGuideLst xmlns:p15="http://schemas.microsoft.com/office/powerpoint/2012/main">
        <p15:guide id="1" pos="339">
          <p15:clr>
            <a:srgbClr val="FBAE40"/>
          </p15:clr>
        </p15:guide>
        <p15:guide id="2" orient="horz" pos="4252">
          <p15:clr>
            <a:srgbClr val="FBAE40"/>
          </p15:clr>
        </p15:guide>
        <p15:guide id="3" orient="horz" pos="3795">
          <p15:clr>
            <a:srgbClr val="FBAE40"/>
          </p15:clr>
        </p15:guide>
        <p15:guide id="4" orient="horz" pos="2507">
          <p15:clr>
            <a:srgbClr val="FBAE40"/>
          </p15:clr>
        </p15:guide>
        <p15:guide id="5" orient="horz" pos="2338">
          <p15:clr>
            <a:srgbClr val="FBAE40"/>
          </p15:clr>
        </p15:guide>
        <p15:guide id="6" orient="horz" pos="1050">
          <p15:clr>
            <a:srgbClr val="FBAE40"/>
          </p15:clr>
        </p15:guide>
        <p15:guide id="7" pos="3752">
          <p15:clr>
            <a:srgbClr val="FBAE40"/>
          </p15:clr>
        </p15:guide>
        <p15:guide id="8" pos="3923">
          <p15:clr>
            <a:srgbClr val="FBAE40"/>
          </p15:clr>
        </p15:guide>
        <p15:guide id="9" pos="7159">
          <p15:clr>
            <a:srgbClr val="FBAE40"/>
          </p15:clr>
        </p15:guide>
        <p15:guide id="10" pos="7039">
          <p15:clr>
            <a:srgbClr val="FBAE40"/>
          </p15:clr>
        </p15:guide>
        <p15:guide id="11" pos="7344">
          <p15:clr>
            <a:srgbClr val="FBAE40"/>
          </p15:clr>
        </p15:guide>
        <p15:guide id="12" orient="horz" pos="43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A17C-386C-B843-5086-F80D7772C31E}"/>
              </a:ext>
            </a:extLst>
          </p:cNvPr>
          <p:cNvSpPr>
            <a:spLocks noGrp="1"/>
          </p:cNvSpPr>
          <p:nvPr>
            <p:ph type="title"/>
          </p:nvPr>
        </p:nvSpPr>
        <p:spPr>
          <a:xfrm>
            <a:off x="581025" y="365126"/>
            <a:ext cx="10772775" cy="1119118"/>
          </a:xfrm>
        </p:spPr>
        <p:txBody>
          <a:bodyPr/>
          <a:lstStyle/>
          <a:p>
            <a:r>
              <a:rPr lang="en-US"/>
              <a:t>Click to edit Master title style</a:t>
            </a:r>
          </a:p>
        </p:txBody>
      </p:sp>
      <p:sp>
        <p:nvSpPr>
          <p:cNvPr id="3" name="Date Placeholder 2">
            <a:extLst>
              <a:ext uri="{FF2B5EF4-FFF2-40B4-BE49-F238E27FC236}">
                <a16:creationId xmlns:a16="http://schemas.microsoft.com/office/drawing/2014/main" id="{D089A4C6-A648-F878-912A-056645965CF1}"/>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4" name="Footer Placeholder 3">
            <a:extLst>
              <a:ext uri="{FF2B5EF4-FFF2-40B4-BE49-F238E27FC236}">
                <a16:creationId xmlns:a16="http://schemas.microsoft.com/office/drawing/2014/main" id="{57E35771-8948-5F20-4079-A4EACF2EBB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637A81-F7E3-71F9-4DC1-EC5A0754ABE4}"/>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3305237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3_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A17C-386C-B843-5086-F80D7772C31E}"/>
              </a:ext>
            </a:extLst>
          </p:cNvPr>
          <p:cNvSpPr>
            <a:spLocks noGrp="1"/>
          </p:cNvSpPr>
          <p:nvPr>
            <p:ph type="title"/>
          </p:nvPr>
        </p:nvSpPr>
        <p:spPr>
          <a:xfrm>
            <a:off x="638175" y="365126"/>
            <a:ext cx="10715625" cy="1119118"/>
          </a:xfrm>
        </p:spPr>
        <p:txBody>
          <a:bodyPr/>
          <a:lstStyle>
            <a:lvl1pPr>
              <a:defRPr>
                <a:solidFill>
                  <a:schemeClr val="tx2"/>
                </a:solidFill>
              </a:defRPr>
            </a:lvl1pPr>
          </a:lstStyle>
          <a:p>
            <a:r>
              <a:rPr lang="en-US"/>
              <a:t>Click to edit Master title style</a:t>
            </a:r>
          </a:p>
        </p:txBody>
      </p:sp>
      <p:sp>
        <p:nvSpPr>
          <p:cNvPr id="3" name="Date Placeholder 2">
            <a:extLst>
              <a:ext uri="{FF2B5EF4-FFF2-40B4-BE49-F238E27FC236}">
                <a16:creationId xmlns:a16="http://schemas.microsoft.com/office/drawing/2014/main" id="{D089A4C6-A648-F878-912A-056645965CF1}"/>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4" name="Footer Placeholder 3">
            <a:extLst>
              <a:ext uri="{FF2B5EF4-FFF2-40B4-BE49-F238E27FC236}">
                <a16:creationId xmlns:a16="http://schemas.microsoft.com/office/drawing/2014/main" id="{57E35771-8948-5F20-4079-A4EACF2EBB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637A81-F7E3-71F9-4DC1-EC5A0754ABE4}"/>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2553710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5497DD-A5CE-21F3-4B16-F59E2FF99854}"/>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3" name="Footer Placeholder 2">
            <a:extLst>
              <a:ext uri="{FF2B5EF4-FFF2-40B4-BE49-F238E27FC236}">
                <a16:creationId xmlns:a16="http://schemas.microsoft.com/office/drawing/2014/main" id="{80873420-ABAE-C81E-96DC-1772510631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0C5C5B-3E91-1C87-9EE9-E376ED506811}"/>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4021046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4633A-DD78-AE99-EA42-E92768ED03A1}"/>
              </a:ext>
            </a:extLst>
          </p:cNvPr>
          <p:cNvSpPr>
            <a:spLocks noGrp="1"/>
          </p:cNvSpPr>
          <p:nvPr>
            <p:ph type="title"/>
          </p:nvPr>
        </p:nvSpPr>
        <p:spPr>
          <a:xfrm>
            <a:off x="841248" y="365760"/>
            <a:ext cx="10972799" cy="1083365"/>
          </a:xfrm>
        </p:spPr>
        <p:txBody>
          <a:bodyPr anchor="ctr" anchorCtr="0">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35754192-75E7-488F-4C4F-5F14765CF911}"/>
              </a:ext>
            </a:extLst>
          </p:cNvPr>
          <p:cNvSpPr>
            <a:spLocks noGrp="1"/>
          </p:cNvSpPr>
          <p:nvPr>
            <p:ph idx="1"/>
          </p:nvPr>
        </p:nvSpPr>
        <p:spPr>
          <a:xfrm>
            <a:off x="5183188" y="1649896"/>
            <a:ext cx="6172200" cy="42111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D9FBFA-7614-2668-5650-1C79A6AA08AE}"/>
              </a:ext>
            </a:extLst>
          </p:cNvPr>
          <p:cNvSpPr>
            <a:spLocks noGrp="1"/>
          </p:cNvSpPr>
          <p:nvPr>
            <p:ph type="body" sz="half" idx="2"/>
          </p:nvPr>
        </p:nvSpPr>
        <p:spPr>
          <a:xfrm>
            <a:off x="609602" y="1649896"/>
            <a:ext cx="4162424" cy="421909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A1F5A-243B-EFDB-8D4E-AF4C28E735C6}"/>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6" name="Footer Placeholder 5">
            <a:extLst>
              <a:ext uri="{FF2B5EF4-FFF2-40B4-BE49-F238E27FC236}">
                <a16:creationId xmlns:a16="http://schemas.microsoft.com/office/drawing/2014/main" id="{8C7C6F0E-8530-2190-3D19-F6A153AAA4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A2C713-1E2E-40C4-C702-6E252BB495EC}"/>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3789630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 Four column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CAFCE-8EC7-084D-BB9A-53CC57977D66}"/>
              </a:ext>
            </a:extLst>
          </p:cNvPr>
          <p:cNvSpPr>
            <a:spLocks noGrp="1"/>
          </p:cNvSpPr>
          <p:nvPr>
            <p:ph idx="1"/>
          </p:nvPr>
        </p:nvSpPr>
        <p:spPr>
          <a:xfrm>
            <a:off x="536363" y="1645670"/>
            <a:ext cx="2483999" cy="4532880"/>
          </a:xfrm>
        </p:spPr>
        <p:txBody>
          <a:bodyPr/>
          <a:lstStyle>
            <a:lvl1pPr marL="0" indent="0">
              <a:lnSpc>
                <a:spcPct val="100000"/>
              </a:lnSpc>
              <a:buNone/>
              <a:defRPr b="0" i="0">
                <a:latin typeface="Arial" panose="020B0604020202020204" pitchFamily="34" charset="0"/>
              </a:defRPr>
            </a:lvl1pPr>
            <a:lvl2pPr marL="457178" indent="0">
              <a:lnSpc>
                <a:spcPct val="100000"/>
              </a:lnSpc>
              <a:buNone/>
              <a:defRPr b="0" i="0">
                <a:latin typeface="Arial" panose="020B0604020202020204" pitchFamily="34" charset="0"/>
              </a:defRPr>
            </a:lvl2pPr>
            <a:lvl3pPr marL="914354" indent="0">
              <a:lnSpc>
                <a:spcPct val="100000"/>
              </a:lnSpc>
              <a:buNone/>
              <a:defRPr b="0" i="0">
                <a:latin typeface="Arial" panose="020B0604020202020204" pitchFamily="34" charset="0"/>
              </a:defRPr>
            </a:lvl3pPr>
            <a:lvl4pPr marL="1371532" indent="0">
              <a:lnSpc>
                <a:spcPct val="100000"/>
              </a:lnSpc>
              <a:buNone/>
              <a:defRPr b="0" i="0">
                <a:latin typeface="Arial" panose="020B0604020202020204" pitchFamily="34" charset="0"/>
              </a:defRPr>
            </a:lvl4pPr>
            <a:lvl5pPr marL="1828709" indent="0">
              <a:lnSpc>
                <a:spcPct val="100000"/>
              </a:lnSpc>
              <a:buNone/>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1" y="474008"/>
            <a:ext cx="10709553"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Title and Text – Four Columns</a:t>
            </a:r>
          </a:p>
        </p:txBody>
      </p:sp>
      <p:sp>
        <p:nvSpPr>
          <p:cNvPr id="9" name="Slide Number Placeholder 5">
            <a:extLst>
              <a:ext uri="{FF2B5EF4-FFF2-40B4-BE49-F238E27FC236}">
                <a16:creationId xmlns:a16="http://schemas.microsoft.com/office/drawing/2014/main" id="{EB6356D3-CE0A-4748-8BAC-B8CD9197ED70}"/>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10" name="Straight Connector 9">
            <a:extLst>
              <a:ext uri="{FF2B5EF4-FFF2-40B4-BE49-F238E27FC236}">
                <a16:creationId xmlns:a16="http://schemas.microsoft.com/office/drawing/2014/main" id="{F234A81B-555A-5245-87EB-C17138CDA6F9}"/>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1721CA2C-7612-4048-8310-44CF888BB3FA}"/>
              </a:ext>
            </a:extLst>
          </p:cNvPr>
          <p:cNvSpPr>
            <a:spLocks noGrp="1"/>
          </p:cNvSpPr>
          <p:nvPr>
            <p:ph idx="10"/>
          </p:nvPr>
        </p:nvSpPr>
        <p:spPr>
          <a:xfrm>
            <a:off x="3414791" y="1645670"/>
            <a:ext cx="2483999" cy="4532880"/>
          </a:xfrm>
        </p:spPr>
        <p:txBody>
          <a:bodyPr/>
          <a:lstStyle>
            <a:lvl1pPr marL="0" indent="0">
              <a:lnSpc>
                <a:spcPct val="100000"/>
              </a:lnSpc>
              <a:buNone/>
              <a:defRPr>
                <a:latin typeface="+mn-lt"/>
              </a:defRPr>
            </a:lvl1pPr>
            <a:lvl2pPr marL="457178" indent="0">
              <a:lnSpc>
                <a:spcPct val="100000"/>
              </a:lnSpc>
              <a:buNone/>
              <a:defRPr>
                <a:latin typeface="+mn-lt"/>
              </a:defRPr>
            </a:lvl2pPr>
            <a:lvl3pPr marL="914354" indent="0">
              <a:lnSpc>
                <a:spcPct val="100000"/>
              </a:lnSpc>
              <a:buNone/>
              <a:defRPr>
                <a:latin typeface="+mn-lt"/>
              </a:defRPr>
            </a:lvl3pPr>
            <a:lvl4pPr marL="1371532" indent="0">
              <a:lnSpc>
                <a:spcPct val="100000"/>
              </a:lnSpc>
              <a:buNone/>
              <a:defRPr>
                <a:latin typeface="+mn-lt"/>
              </a:defRPr>
            </a:lvl4pPr>
            <a:lvl5pPr marL="1828709" indent="0">
              <a:lnSpc>
                <a:spcPct val="100000"/>
              </a:lnSpc>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BD818386-66BA-5445-8FE3-6B46BB48E16E}"/>
              </a:ext>
            </a:extLst>
          </p:cNvPr>
          <p:cNvSpPr>
            <a:spLocks noGrp="1"/>
          </p:cNvSpPr>
          <p:nvPr>
            <p:ph idx="11"/>
          </p:nvPr>
        </p:nvSpPr>
        <p:spPr>
          <a:xfrm>
            <a:off x="6293218" y="1645670"/>
            <a:ext cx="2483999" cy="4532880"/>
          </a:xfrm>
        </p:spPr>
        <p:txBody>
          <a:bodyPr/>
          <a:lstStyle>
            <a:lvl1pPr marL="0" indent="0">
              <a:lnSpc>
                <a:spcPct val="100000"/>
              </a:lnSpc>
              <a:buNone/>
              <a:defRPr>
                <a:latin typeface="+mn-lt"/>
              </a:defRPr>
            </a:lvl1pPr>
            <a:lvl2pPr marL="457178" indent="0">
              <a:lnSpc>
                <a:spcPct val="100000"/>
              </a:lnSpc>
              <a:buNone/>
              <a:defRPr>
                <a:latin typeface="+mn-lt"/>
              </a:defRPr>
            </a:lvl2pPr>
            <a:lvl3pPr marL="914354" indent="0">
              <a:lnSpc>
                <a:spcPct val="100000"/>
              </a:lnSpc>
              <a:buNone/>
              <a:defRPr>
                <a:latin typeface="+mn-lt"/>
              </a:defRPr>
            </a:lvl3pPr>
            <a:lvl4pPr marL="1371532" indent="0">
              <a:lnSpc>
                <a:spcPct val="100000"/>
              </a:lnSpc>
              <a:buNone/>
              <a:defRPr>
                <a:latin typeface="+mn-lt"/>
              </a:defRPr>
            </a:lvl4pPr>
            <a:lvl5pPr marL="1828709" indent="0">
              <a:lnSpc>
                <a:spcPct val="100000"/>
              </a:lnSpc>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071A652-E99D-A440-AF7D-B3DF482D3EA2}"/>
              </a:ext>
            </a:extLst>
          </p:cNvPr>
          <p:cNvSpPr>
            <a:spLocks noGrp="1"/>
          </p:cNvSpPr>
          <p:nvPr>
            <p:ph idx="12"/>
          </p:nvPr>
        </p:nvSpPr>
        <p:spPr>
          <a:xfrm>
            <a:off x="9171645" y="1645670"/>
            <a:ext cx="2483999" cy="4532880"/>
          </a:xfrm>
        </p:spPr>
        <p:txBody>
          <a:bodyPr/>
          <a:lstStyle>
            <a:lvl1pPr marL="0" indent="0">
              <a:lnSpc>
                <a:spcPct val="100000"/>
              </a:lnSpc>
              <a:buNone/>
              <a:defRPr>
                <a:latin typeface="+mn-lt"/>
              </a:defRPr>
            </a:lvl1pPr>
            <a:lvl2pPr marL="457178" indent="0">
              <a:lnSpc>
                <a:spcPct val="100000"/>
              </a:lnSpc>
              <a:buNone/>
              <a:defRPr>
                <a:latin typeface="+mn-lt"/>
              </a:defRPr>
            </a:lvl2pPr>
            <a:lvl3pPr marL="914354" indent="0">
              <a:lnSpc>
                <a:spcPct val="100000"/>
              </a:lnSpc>
              <a:buNone/>
              <a:defRPr>
                <a:latin typeface="+mn-lt"/>
              </a:defRPr>
            </a:lvl3pPr>
            <a:lvl4pPr marL="1371532" indent="0">
              <a:lnSpc>
                <a:spcPct val="100000"/>
              </a:lnSpc>
              <a:buNone/>
              <a:defRPr>
                <a:latin typeface="+mn-lt"/>
              </a:defRPr>
            </a:lvl4pPr>
            <a:lvl5pPr marL="1828709" indent="0">
              <a:lnSpc>
                <a:spcPct val="100000"/>
              </a:lnSpc>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Box 18">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3" name="Picture 12"/>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1711814020"/>
      </p:ext>
    </p:extLst>
  </p:cSld>
  <p:clrMapOvr>
    <a:masterClrMapping/>
  </p:clrMapOvr>
  <p:extLst>
    <p:ext uri="{DCECCB84-F9BA-43D5-87BE-67443E8EF086}">
      <p15:sldGuideLst xmlns:p15="http://schemas.microsoft.com/office/powerpoint/2012/main">
        <p15:guide id="2" pos="3719">
          <p15:clr>
            <a:srgbClr val="FBAE40"/>
          </p15:clr>
        </p15:guide>
        <p15:guide id="3" orient="horz" pos="4252">
          <p15:clr>
            <a:srgbClr val="FBAE40"/>
          </p15:clr>
        </p15:guide>
        <p15:guide id="4" orient="horz" pos="4020">
          <p15:clr>
            <a:srgbClr val="FBAE40"/>
          </p15:clr>
        </p15:guide>
        <p15:guide id="5" orient="horz" pos="1033">
          <p15:clr>
            <a:srgbClr val="FBAE40"/>
          </p15:clr>
        </p15:guide>
        <p15:guide id="6" orient="horz" pos="432">
          <p15:clr>
            <a:srgbClr val="FBAE40"/>
          </p15:clr>
        </p15:guide>
        <p15:guide id="7" pos="339">
          <p15:clr>
            <a:srgbClr val="FBAE40"/>
          </p15:clr>
        </p15:guide>
        <p15:guide id="8" pos="1907">
          <p15:clr>
            <a:srgbClr val="FBAE40"/>
          </p15:clr>
        </p15:guide>
        <p15:guide id="9" pos="2152">
          <p15:clr>
            <a:srgbClr val="FBAE40"/>
          </p15:clr>
        </p15:guide>
        <p15:guide id="10" pos="3964">
          <p15:clr>
            <a:srgbClr val="FBAE40"/>
          </p15:clr>
        </p15:guide>
        <p15:guide id="11" pos="5531">
          <p15:clr>
            <a:srgbClr val="FBAE40"/>
          </p15:clr>
        </p15:guide>
        <p15:guide id="12" pos="5777">
          <p15:clr>
            <a:srgbClr val="FBAE40"/>
          </p15:clr>
        </p15:guide>
        <p15:guide id="13" pos="7159">
          <p15:clr>
            <a:srgbClr val="FBAE40"/>
          </p15:clr>
        </p15:guide>
        <p15:guide id="14" pos="7344">
          <p15:clr>
            <a:srgbClr val="FBAE40"/>
          </p15:clr>
        </p15:guide>
        <p15:guide id="15" pos="703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F3F3-FD3C-18B1-0FAF-3DDE5199F240}"/>
              </a:ext>
            </a:extLst>
          </p:cNvPr>
          <p:cNvSpPr>
            <a:spLocks noGrp="1"/>
          </p:cNvSpPr>
          <p:nvPr>
            <p:ph type="title"/>
          </p:nvPr>
        </p:nvSpPr>
        <p:spPr>
          <a:xfrm>
            <a:off x="590550" y="238539"/>
            <a:ext cx="10243102" cy="1063487"/>
          </a:xfrm>
        </p:spPr>
        <p:txBody>
          <a:bodyPr anchor="b">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2DB1CBBB-4D38-11F5-EFFC-F096868AE3A9}"/>
              </a:ext>
            </a:extLst>
          </p:cNvPr>
          <p:cNvSpPr>
            <a:spLocks noGrp="1"/>
          </p:cNvSpPr>
          <p:nvPr>
            <p:ph type="pic" idx="1"/>
          </p:nvPr>
        </p:nvSpPr>
        <p:spPr>
          <a:xfrm>
            <a:off x="5183188" y="1679713"/>
            <a:ext cx="6172200" cy="41813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91EFAE-49F3-2EB5-F7F1-C727CA7ED0FD}"/>
              </a:ext>
            </a:extLst>
          </p:cNvPr>
          <p:cNvSpPr>
            <a:spLocks noGrp="1"/>
          </p:cNvSpPr>
          <p:nvPr>
            <p:ph type="body" sz="half" idx="2"/>
          </p:nvPr>
        </p:nvSpPr>
        <p:spPr>
          <a:xfrm>
            <a:off x="590550" y="1679713"/>
            <a:ext cx="4181475" cy="41892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3FCB7E-A6B6-224C-DEAC-0CD2FB0F58B6}"/>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6" name="Footer Placeholder 5">
            <a:extLst>
              <a:ext uri="{FF2B5EF4-FFF2-40B4-BE49-F238E27FC236}">
                <a16:creationId xmlns:a16="http://schemas.microsoft.com/office/drawing/2014/main" id="{341C7D26-7B65-DBD8-9CB7-B7AA1DBDF9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3927F1-A791-8997-90ED-DBB8A4C22A36}"/>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3418391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with Picture Righ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CAFCE-8EC7-084D-BB9A-53CC57977D66}"/>
              </a:ext>
            </a:extLst>
          </p:cNvPr>
          <p:cNvSpPr>
            <a:spLocks noGrp="1"/>
          </p:cNvSpPr>
          <p:nvPr>
            <p:ph idx="1"/>
          </p:nvPr>
        </p:nvSpPr>
        <p:spPr>
          <a:xfrm>
            <a:off x="536361" y="1645669"/>
            <a:ext cx="4979776" cy="4532881"/>
          </a:xfrm>
        </p:spPr>
        <p:txBody>
          <a:bodyPr/>
          <a:lstStyle>
            <a:lvl1pPr marL="342900" indent="-342900">
              <a:lnSpc>
                <a:spcPct val="100000"/>
              </a:lnSpc>
              <a:buFont typeface="Arial" panose="020B0604020202020204" pitchFamily="34" charset="0"/>
              <a:buChar char="•"/>
              <a:defRPr b="0" i="0">
                <a:latin typeface="Arial" panose="020B0604020202020204" pitchFamily="34" charset="0"/>
              </a:defRPr>
            </a:lvl1pPr>
            <a:lvl2pPr marL="800078" indent="-342900">
              <a:lnSpc>
                <a:spcPct val="100000"/>
              </a:lnSpc>
              <a:buFont typeface="Arial" panose="020B0604020202020204" pitchFamily="34" charset="0"/>
              <a:buChar char="•"/>
              <a:defRPr b="0" i="0">
                <a:latin typeface="Arial" panose="020B0604020202020204" pitchFamily="34" charset="0"/>
              </a:defRPr>
            </a:lvl2pPr>
            <a:lvl3pPr marL="1200104" indent="-285750">
              <a:lnSpc>
                <a:spcPct val="100000"/>
              </a:lnSpc>
              <a:buFont typeface="Arial" panose="020B0604020202020204" pitchFamily="34" charset="0"/>
              <a:buChar char="•"/>
              <a:defRPr b="0" i="0">
                <a:latin typeface="Arial" panose="020B0604020202020204" pitchFamily="34" charset="0"/>
              </a:defRPr>
            </a:lvl3pPr>
            <a:lvl4pPr marL="1657282" indent="-285750">
              <a:lnSpc>
                <a:spcPct val="100000"/>
              </a:lnSpc>
              <a:buFont typeface="Arial" panose="020B0604020202020204" pitchFamily="34" charset="0"/>
              <a:buChar char="•"/>
              <a:defRPr b="0" i="0">
                <a:latin typeface="Arial" panose="020B0604020202020204" pitchFamily="34" charset="0"/>
              </a:defRPr>
            </a:lvl4pPr>
            <a:lvl5pPr marL="2114459" indent="-285750">
              <a:lnSpc>
                <a:spcPct val="100000"/>
              </a:lnSpc>
              <a:buFont typeface="Arial" panose="020B0604020202020204" pitchFamily="34" charset="0"/>
              <a:buChar char="•"/>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1" y="476722"/>
            <a:ext cx="4979776" cy="768545"/>
          </a:xfrm>
          <a:prstGeom prst="rect">
            <a:avLst/>
          </a:prstGeom>
        </p:spPr>
        <p:txBody>
          <a:bodyPr vert="horz" lIns="0" tIns="0" rIns="0" bIns="0" rtlCol="0" anchor="ctr">
            <a:normAutofit/>
          </a:bodyPr>
          <a:lstStyle>
            <a:lvl1pPr>
              <a:defRPr b="1" i="0">
                <a:solidFill>
                  <a:schemeClr val="tx2"/>
                </a:solidFill>
                <a:latin typeface="Arial" panose="020B0604020202020204" pitchFamily="34" charset="0"/>
              </a:defRPr>
            </a:lvl1pPr>
          </a:lstStyle>
          <a:p>
            <a:r>
              <a:rPr lang="en-US"/>
              <a:t>Text with Picture right</a:t>
            </a:r>
          </a:p>
        </p:txBody>
      </p:sp>
      <p:sp>
        <p:nvSpPr>
          <p:cNvPr id="18" name="Picture Placeholder 3">
            <a:extLst>
              <a:ext uri="{FF2B5EF4-FFF2-40B4-BE49-F238E27FC236}">
                <a16:creationId xmlns:a16="http://schemas.microsoft.com/office/drawing/2014/main" id="{10E64717-DA8A-9C47-B2BD-397159535367}"/>
              </a:ext>
            </a:extLst>
          </p:cNvPr>
          <p:cNvSpPr>
            <a:spLocks noGrp="1"/>
          </p:cNvSpPr>
          <p:nvPr>
            <p:ph type="pic" sz="quarter" idx="14"/>
          </p:nvPr>
        </p:nvSpPr>
        <p:spPr>
          <a:xfrm>
            <a:off x="6096000" y="0"/>
            <a:ext cx="6096000" cy="6392985"/>
          </a:xfrm>
        </p:spPr>
        <p:txBody>
          <a:bodyPr/>
          <a:lstStyle>
            <a:lvl1pPr marL="0" indent="0" algn="ctr">
              <a:buNone/>
              <a:defRPr b="0" i="0">
                <a:solidFill>
                  <a:schemeClr val="tx2"/>
                </a:solidFill>
                <a:latin typeface="Arial" panose="020B0604020202020204" pitchFamily="34" charset="0"/>
              </a:defRPr>
            </a:lvl1pPr>
          </a:lstStyle>
          <a:p>
            <a:r>
              <a:rPr lang="en-US"/>
              <a:t>Click icon to add picture</a:t>
            </a:r>
          </a:p>
        </p:txBody>
      </p:sp>
      <p:sp>
        <p:nvSpPr>
          <p:cNvPr id="17" name="TextBox 16">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sp>
        <p:nvSpPr>
          <p:cNvPr id="20" name="Footer Placeholder 1"/>
          <p:cNvSpPr>
            <a:spLocks noGrp="1"/>
          </p:cNvSpPr>
          <p:nvPr>
            <p:ph type="ftr" sz="quarter" idx="10"/>
          </p:nvPr>
        </p:nvSpPr>
        <p:spPr>
          <a:xfrm>
            <a:off x="3751383" y="6502713"/>
            <a:ext cx="6471140" cy="208250"/>
          </a:xfrm>
          <a:prstGeom prst="rect">
            <a:avLst/>
          </a:prstGeom>
        </p:spPr>
        <p:txBody>
          <a:bodyPr lIns="0" tIns="0" rIns="0" bIns="0" anchor="b"/>
          <a:lstStyle>
            <a:lvl1pPr algn="l">
              <a:defRPr sz="1000" b="0" i="0">
                <a:solidFill>
                  <a:schemeClr val="bg1"/>
                </a:solidFill>
                <a:latin typeface="Arial" panose="020B0604020202020204" pitchFamily="34" charset="0"/>
              </a:defRPr>
            </a:lvl1pPr>
          </a:lstStyle>
          <a:p>
            <a:endParaRPr lang="en-GB"/>
          </a:p>
        </p:txBody>
      </p:sp>
      <p:pic>
        <p:nvPicPr>
          <p:cNvPr id="11" name="Picture 10"/>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
        <p:nvSpPr>
          <p:cNvPr id="9" name="Slide Number Placeholder 5">
            <a:extLst>
              <a:ext uri="{FF2B5EF4-FFF2-40B4-BE49-F238E27FC236}">
                <a16:creationId xmlns:a16="http://schemas.microsoft.com/office/drawing/2014/main" id="{EB6356D3-CE0A-4748-8BAC-B8CD9197ED70}"/>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Proxima Nova Rg" panose="02000506030000020004" pitchFamily="2" charset="0"/>
              </a:defRPr>
            </a:lvl1pPr>
          </a:lstStyle>
          <a:p>
            <a:fld id="{54797FC3-DC33-DA47-95F6-F7EB925D69E8}" type="slidenum">
              <a:rPr lang="en-US" smtClean="0">
                <a:latin typeface="Arial" panose="020B0604020202020204" pitchFamily="34" charset="0"/>
              </a:rPr>
              <a:pPr/>
              <a:t>‹#›</a:t>
            </a:fld>
            <a:r>
              <a:rPr lang="en-US">
                <a:latin typeface="Arial" panose="020B0604020202020204" pitchFamily="34" charset="0"/>
              </a:rPr>
              <a:t>A</a:t>
            </a:r>
          </a:p>
        </p:txBody>
      </p:sp>
      <p:cxnSp>
        <p:nvCxnSpPr>
          <p:cNvPr id="10" name="Straight Connector 9">
            <a:extLst>
              <a:ext uri="{FF2B5EF4-FFF2-40B4-BE49-F238E27FC236}">
                <a16:creationId xmlns:a16="http://schemas.microsoft.com/office/drawing/2014/main" id="{F234A81B-555A-5245-87EB-C17138CDA6F9}"/>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74193463"/>
      </p:ext>
    </p:extLst>
  </p:cSld>
  <p:clrMapOvr>
    <a:masterClrMapping/>
  </p:clrMapOvr>
  <p:extLst>
    <p:ext uri="{DCECCB84-F9BA-43D5-87BE-67443E8EF086}">
      <p15:sldGuideLst xmlns:p15="http://schemas.microsoft.com/office/powerpoint/2012/main">
        <p15:guide id="1" pos="3840">
          <p15:clr>
            <a:srgbClr val="FBAE40"/>
          </p15:clr>
        </p15:guide>
        <p15:guide id="2" orient="horz" pos="432">
          <p15:clr>
            <a:srgbClr val="FBAE40"/>
          </p15:clr>
        </p15:guide>
        <p15:guide id="3" orient="horz" pos="1033">
          <p15:clr>
            <a:srgbClr val="FBAE40"/>
          </p15:clr>
        </p15:guide>
        <p15:guide id="4" orient="horz" pos="4020">
          <p15:clr>
            <a:srgbClr val="FBAE40"/>
          </p15:clr>
        </p15:guide>
        <p15:guide id="5" pos="339">
          <p15:clr>
            <a:srgbClr val="FBAE40"/>
          </p15:clr>
        </p15:guide>
        <p15:guide id="6" pos="3473">
          <p15:clr>
            <a:srgbClr val="FBAE40"/>
          </p15:clr>
        </p15:guide>
        <p15:guide id="7" pos="7159">
          <p15:clr>
            <a:srgbClr val="FBAE40"/>
          </p15:clr>
        </p15:guide>
        <p15:guide id="8" orient="horz" pos="42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Picture Left">
    <p:bg>
      <p:bgPr>
        <a:solidFill>
          <a:schemeClr val="bg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10E64717-DA8A-9C47-B2BD-397159535367}"/>
              </a:ext>
            </a:extLst>
          </p:cNvPr>
          <p:cNvSpPr>
            <a:spLocks noGrp="1"/>
          </p:cNvSpPr>
          <p:nvPr>
            <p:ph type="pic" sz="quarter" idx="14"/>
          </p:nvPr>
        </p:nvSpPr>
        <p:spPr>
          <a:xfrm>
            <a:off x="0" y="6"/>
            <a:ext cx="6096000" cy="6392979"/>
          </a:xfrm>
        </p:spPr>
        <p:txBody>
          <a:bodyPr/>
          <a:lstStyle>
            <a:lvl1pPr marL="0" indent="0" algn="ctr">
              <a:buNone/>
              <a:defRPr b="0" i="0">
                <a:solidFill>
                  <a:schemeClr val="bg1"/>
                </a:solidFill>
                <a:latin typeface="Arial" panose="020B0604020202020204" pitchFamily="34" charset="0"/>
              </a:defRPr>
            </a:lvl1pPr>
          </a:lstStyle>
          <a:p>
            <a:r>
              <a:rPr lang="en-US"/>
              <a:t>Click icon to add picture</a:t>
            </a:r>
          </a:p>
        </p:txBody>
      </p:sp>
      <p:sp>
        <p:nvSpPr>
          <p:cNvPr id="3" name="Content Placeholder 2">
            <a:extLst>
              <a:ext uri="{FF2B5EF4-FFF2-40B4-BE49-F238E27FC236}">
                <a16:creationId xmlns:a16="http://schemas.microsoft.com/office/drawing/2014/main" id="{4CBCAFCE-8EC7-084D-BB9A-53CC57977D66}"/>
              </a:ext>
            </a:extLst>
          </p:cNvPr>
          <p:cNvSpPr>
            <a:spLocks noGrp="1"/>
          </p:cNvSpPr>
          <p:nvPr>
            <p:ph idx="1"/>
          </p:nvPr>
        </p:nvSpPr>
        <p:spPr>
          <a:xfrm>
            <a:off x="6568041" y="1645669"/>
            <a:ext cx="4979776" cy="4532881"/>
          </a:xfrm>
        </p:spPr>
        <p:txBody>
          <a:bodyPr/>
          <a:lstStyle>
            <a:lvl1pPr marL="342900" indent="-342900">
              <a:lnSpc>
                <a:spcPct val="100000"/>
              </a:lnSpc>
              <a:buFont typeface="Arial" panose="020B0604020202020204" pitchFamily="34" charset="0"/>
              <a:buChar char="•"/>
              <a:defRPr b="0" i="0">
                <a:latin typeface="Arial" panose="020B0604020202020204" pitchFamily="34" charset="0"/>
              </a:defRPr>
            </a:lvl1pPr>
            <a:lvl2pPr marL="800078" indent="-342900">
              <a:lnSpc>
                <a:spcPct val="100000"/>
              </a:lnSpc>
              <a:buFont typeface="Arial" panose="020B0604020202020204" pitchFamily="34" charset="0"/>
              <a:buChar char="•"/>
              <a:defRPr b="0" i="0">
                <a:latin typeface="Arial" panose="020B0604020202020204" pitchFamily="34" charset="0"/>
              </a:defRPr>
            </a:lvl2pPr>
            <a:lvl3pPr marL="1200104" indent="-285750">
              <a:lnSpc>
                <a:spcPct val="100000"/>
              </a:lnSpc>
              <a:buFont typeface="Arial" panose="020B0604020202020204" pitchFamily="34" charset="0"/>
              <a:buChar char="•"/>
              <a:defRPr b="0" i="0">
                <a:latin typeface="Arial" panose="020B0604020202020204" pitchFamily="34" charset="0"/>
              </a:defRPr>
            </a:lvl3pPr>
            <a:lvl4pPr marL="1657282" indent="-285750">
              <a:lnSpc>
                <a:spcPct val="100000"/>
              </a:lnSpc>
              <a:buFont typeface="Arial" panose="020B0604020202020204" pitchFamily="34" charset="0"/>
              <a:buChar char="•"/>
              <a:defRPr b="0" i="0">
                <a:latin typeface="Arial" panose="020B0604020202020204" pitchFamily="34" charset="0"/>
              </a:defRPr>
            </a:lvl4pPr>
            <a:lvl5pPr marL="2114459" indent="-285750">
              <a:lnSpc>
                <a:spcPct val="100000"/>
              </a:lnSpc>
              <a:buFont typeface="Arial" panose="020B0604020202020204" pitchFamily="34" charset="0"/>
              <a:buChar char="•"/>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6568041" y="476722"/>
            <a:ext cx="4610704" cy="768545"/>
          </a:xfrm>
          <a:prstGeom prst="rect">
            <a:avLst/>
          </a:prstGeom>
        </p:spPr>
        <p:txBody>
          <a:bodyPr vert="horz" lIns="0" tIns="0" rIns="0" bIns="0" rtlCol="0" anchor="ctr">
            <a:normAutofit/>
          </a:bodyPr>
          <a:lstStyle>
            <a:lvl1pPr>
              <a:defRPr b="1" i="0">
                <a:solidFill>
                  <a:schemeClr val="tx2"/>
                </a:solidFill>
                <a:latin typeface="Arial" panose="020B0604020202020204" pitchFamily="34" charset="0"/>
              </a:defRPr>
            </a:lvl1pPr>
          </a:lstStyle>
          <a:p>
            <a:r>
              <a:rPr lang="en-US"/>
              <a:t>Text with Picture Left</a:t>
            </a:r>
          </a:p>
        </p:txBody>
      </p:sp>
      <p:sp>
        <p:nvSpPr>
          <p:cNvPr id="9" name="Slide Number Placeholder 5">
            <a:extLst>
              <a:ext uri="{FF2B5EF4-FFF2-40B4-BE49-F238E27FC236}">
                <a16:creationId xmlns:a16="http://schemas.microsoft.com/office/drawing/2014/main" id="{EB6356D3-CE0A-4748-8BAC-B8CD9197ED70}"/>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10" name="Straight Connector 9">
            <a:extLst>
              <a:ext uri="{FF2B5EF4-FFF2-40B4-BE49-F238E27FC236}">
                <a16:creationId xmlns:a16="http://schemas.microsoft.com/office/drawing/2014/main" id="{F234A81B-555A-5245-87EB-C17138CDA6F9}"/>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sp>
        <p:nvSpPr>
          <p:cNvPr id="20" name="Footer Placeholder 1"/>
          <p:cNvSpPr>
            <a:spLocks noGrp="1"/>
          </p:cNvSpPr>
          <p:nvPr>
            <p:ph type="ftr" sz="quarter" idx="10"/>
          </p:nvPr>
        </p:nvSpPr>
        <p:spPr>
          <a:xfrm>
            <a:off x="3751383" y="6502713"/>
            <a:ext cx="6471140" cy="208250"/>
          </a:xfrm>
          <a:prstGeom prst="rect">
            <a:avLst/>
          </a:prstGeom>
        </p:spPr>
        <p:txBody>
          <a:bodyPr lIns="0" tIns="0" rIns="0" bIns="0" anchor="b"/>
          <a:lstStyle>
            <a:lvl1pPr algn="l">
              <a:defRPr sz="1000" b="0" i="0">
                <a:solidFill>
                  <a:schemeClr val="bg1"/>
                </a:solidFill>
                <a:latin typeface="Arial" panose="020B0604020202020204" pitchFamily="34" charset="0"/>
              </a:defRPr>
            </a:lvl1pPr>
          </a:lstStyle>
          <a:p>
            <a:endParaRPr lang="en-GB"/>
          </a:p>
        </p:txBody>
      </p:sp>
      <p:pic>
        <p:nvPicPr>
          <p:cNvPr id="11" name="Picture 10"/>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3124759032"/>
      </p:ext>
    </p:extLst>
  </p:cSld>
  <p:clrMapOvr>
    <a:masterClrMapping/>
  </p:clrMapOvr>
  <p:extLst>
    <p:ext uri="{DCECCB84-F9BA-43D5-87BE-67443E8EF086}">
      <p15:sldGuideLst xmlns:p15="http://schemas.microsoft.com/office/powerpoint/2012/main">
        <p15:guide id="1" orient="horz" pos="432">
          <p15:clr>
            <a:srgbClr val="FBAE40"/>
          </p15:clr>
        </p15:guide>
        <p15:guide id="2" pos="3840">
          <p15:clr>
            <a:srgbClr val="FBAE40"/>
          </p15:clr>
        </p15:guide>
        <p15:guide id="3" orient="horz" pos="1033">
          <p15:clr>
            <a:srgbClr val="FBAE40"/>
          </p15:clr>
        </p15:guide>
        <p15:guide id="4" pos="7159">
          <p15:clr>
            <a:srgbClr val="FBAE40"/>
          </p15:clr>
        </p15:guide>
        <p15:guide id="5" pos="7276">
          <p15:clr>
            <a:srgbClr val="FBAE40"/>
          </p15:clr>
        </p15:guide>
        <p15:guide id="6" pos="4135">
          <p15:clr>
            <a:srgbClr val="FBAE40"/>
          </p15:clr>
        </p15:guide>
        <p15:guide id="7" orient="horz" pos="4024">
          <p15:clr>
            <a:srgbClr val="FBAE40"/>
          </p15:clr>
        </p15:guide>
        <p15:guide id="8" orient="horz" pos="4252">
          <p15:clr>
            <a:srgbClr val="FBAE40"/>
          </p15:clr>
        </p15:guide>
        <p15:guide id="9" pos="339">
          <p15:clr>
            <a:srgbClr val="FBAE40"/>
          </p15:clr>
        </p15:guide>
        <p15:guide id="10" pos="703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Picture 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CAFCE-8EC7-084D-BB9A-53CC57977D66}"/>
              </a:ext>
            </a:extLst>
          </p:cNvPr>
          <p:cNvSpPr>
            <a:spLocks noGrp="1"/>
          </p:cNvSpPr>
          <p:nvPr>
            <p:ph idx="1"/>
          </p:nvPr>
        </p:nvSpPr>
        <p:spPr>
          <a:xfrm>
            <a:off x="536361" y="1645675"/>
            <a:ext cx="11119267" cy="1580751"/>
          </a:xfrm>
        </p:spPr>
        <p:txBody>
          <a:bodyPr/>
          <a:lstStyle>
            <a:lvl1pPr marL="0" indent="0">
              <a:lnSpc>
                <a:spcPct val="100000"/>
              </a:lnSpc>
              <a:buNone/>
              <a:defRPr b="0" i="0">
                <a:latin typeface="Arial" panose="020B0604020202020204" pitchFamily="34" charset="0"/>
              </a:defRPr>
            </a:lvl1pPr>
            <a:lvl2pPr marL="457178" indent="0">
              <a:lnSpc>
                <a:spcPct val="100000"/>
              </a:lnSpc>
              <a:buNone/>
              <a:defRPr/>
            </a:lvl2pPr>
            <a:lvl3pPr marL="914354" indent="0">
              <a:lnSpc>
                <a:spcPct val="100000"/>
              </a:lnSpc>
              <a:buNone/>
              <a:defRPr/>
            </a:lvl3pPr>
            <a:lvl4pPr marL="1371532" indent="0">
              <a:lnSpc>
                <a:spcPct val="100000"/>
              </a:lnSpc>
              <a:buNone/>
              <a:defRPr/>
            </a:lvl4pPr>
            <a:lvl5pPr marL="1828709" indent="0">
              <a:lnSpc>
                <a:spcPct val="100000"/>
              </a:lnSpc>
              <a:buNone/>
              <a:defRPr/>
            </a:lvl5pPr>
          </a:lstStyle>
          <a:p>
            <a:pPr lvl="0"/>
            <a:r>
              <a:rPr lang="en-US"/>
              <a:t>Click to edit Master text styles</a:t>
            </a:r>
          </a:p>
        </p:txBody>
      </p:sp>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8163" y="476722"/>
            <a:ext cx="10634666"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Text with Picture Horizontal</a:t>
            </a:r>
          </a:p>
        </p:txBody>
      </p:sp>
      <p:cxnSp>
        <p:nvCxnSpPr>
          <p:cNvPr id="10" name="Straight Connector 9">
            <a:extLst>
              <a:ext uri="{FF2B5EF4-FFF2-40B4-BE49-F238E27FC236}">
                <a16:creationId xmlns:a16="http://schemas.microsoft.com/office/drawing/2014/main" id="{F234A81B-555A-5245-87EB-C17138CDA6F9}"/>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Picture Placeholder 3">
            <a:extLst>
              <a:ext uri="{FF2B5EF4-FFF2-40B4-BE49-F238E27FC236}">
                <a16:creationId xmlns:a16="http://schemas.microsoft.com/office/drawing/2014/main" id="{10E64717-DA8A-9C47-B2BD-397159535367}"/>
              </a:ext>
            </a:extLst>
          </p:cNvPr>
          <p:cNvSpPr>
            <a:spLocks noGrp="1"/>
          </p:cNvSpPr>
          <p:nvPr>
            <p:ph type="pic" sz="quarter" idx="14"/>
          </p:nvPr>
        </p:nvSpPr>
        <p:spPr>
          <a:xfrm>
            <a:off x="0" y="3429007"/>
            <a:ext cx="12192000" cy="2963978"/>
          </a:xfrm>
        </p:spPr>
        <p:txBody>
          <a:bodyPr/>
          <a:lstStyle>
            <a:lvl1pPr marL="0" indent="0" algn="ctr">
              <a:buNone/>
              <a:defRPr b="0" i="0">
                <a:latin typeface="Arial" panose="020B0604020202020204" pitchFamily="34" charset="0"/>
              </a:defRPr>
            </a:lvl1pPr>
          </a:lstStyle>
          <a:p>
            <a:r>
              <a:rPr lang="en-US"/>
              <a:t>Click icon to add picture</a:t>
            </a:r>
          </a:p>
        </p:txBody>
      </p:sp>
      <p:sp>
        <p:nvSpPr>
          <p:cNvPr id="16" name="TextBox 15">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sp>
        <p:nvSpPr>
          <p:cNvPr id="19" name="Footer Placeholder 1"/>
          <p:cNvSpPr>
            <a:spLocks noGrp="1"/>
          </p:cNvSpPr>
          <p:nvPr>
            <p:ph type="ftr" sz="quarter" idx="10"/>
          </p:nvPr>
        </p:nvSpPr>
        <p:spPr>
          <a:xfrm>
            <a:off x="3751383" y="6502713"/>
            <a:ext cx="6471140" cy="208250"/>
          </a:xfrm>
          <a:prstGeom prst="rect">
            <a:avLst/>
          </a:prstGeom>
        </p:spPr>
        <p:txBody>
          <a:bodyPr lIns="0" tIns="0" rIns="0" bIns="0" anchor="b"/>
          <a:lstStyle>
            <a:lvl1pPr algn="l">
              <a:defRPr sz="1000" b="0" i="0">
                <a:solidFill>
                  <a:schemeClr val="bg1"/>
                </a:solidFill>
                <a:latin typeface="Arial" panose="020B0604020202020204" pitchFamily="34" charset="0"/>
              </a:defRPr>
            </a:lvl1pPr>
          </a:lstStyle>
          <a:p>
            <a:endParaRPr lang="en-GB"/>
          </a:p>
        </p:txBody>
      </p:sp>
      <p:pic>
        <p:nvPicPr>
          <p:cNvPr id="11" name="Picture 10"/>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676987818"/>
      </p:ext>
    </p:extLst>
  </p:cSld>
  <p:clrMapOvr>
    <a:masterClrMapping/>
  </p:clrMapOvr>
  <p:extLst>
    <p:ext uri="{DCECCB84-F9BA-43D5-87BE-67443E8EF086}">
      <p15:sldGuideLst xmlns:p15="http://schemas.microsoft.com/office/powerpoint/2012/main">
        <p15:guide id="1" pos="339">
          <p15:clr>
            <a:srgbClr val="FBAE40"/>
          </p15:clr>
        </p15:guide>
        <p15:guide id="2" orient="horz" pos="2160">
          <p15:clr>
            <a:srgbClr val="FBAE40"/>
          </p15:clr>
        </p15:guide>
        <p15:guide id="3" pos="7159">
          <p15:clr>
            <a:srgbClr val="FBAE40"/>
          </p15:clr>
        </p15:guide>
        <p15:guide id="4" pos="7344">
          <p15:clr>
            <a:srgbClr val="FBAE40"/>
          </p15:clr>
        </p15:guide>
        <p15:guide id="5" pos="7039">
          <p15:clr>
            <a:srgbClr val="FBAE40"/>
          </p15:clr>
        </p15:guide>
        <p15:guide id="6" orient="horz" pos="1033">
          <p15:clr>
            <a:srgbClr val="FBAE40"/>
          </p15:clr>
        </p15:guide>
        <p15:guide id="7" orient="horz" pos="2112" userDrawn="1">
          <p15:clr>
            <a:srgbClr val="FBAE40"/>
          </p15:clr>
        </p15:guide>
        <p15:guide id="8" orient="horz" pos="2033">
          <p15:clr>
            <a:srgbClr val="FBAE40"/>
          </p15:clr>
        </p15:guide>
        <p15:guide id="9" orient="horz" pos="4252">
          <p15:clr>
            <a:srgbClr val="FBAE40"/>
          </p15:clr>
        </p15:guide>
        <p15:guide id="10" pos="546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Bos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0" y="476722"/>
            <a:ext cx="9375989"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Eagle Introduction</a:t>
            </a:r>
          </a:p>
        </p:txBody>
      </p:sp>
      <p:sp>
        <p:nvSpPr>
          <p:cNvPr id="4" name="Picture Placeholder 3">
            <a:extLst>
              <a:ext uri="{FF2B5EF4-FFF2-40B4-BE49-F238E27FC236}">
                <a16:creationId xmlns:a16="http://schemas.microsoft.com/office/drawing/2014/main" id="{95B97E4E-7184-234F-BA6B-9A3EECF693B0}"/>
              </a:ext>
            </a:extLst>
          </p:cNvPr>
          <p:cNvSpPr>
            <a:spLocks noGrp="1"/>
          </p:cNvSpPr>
          <p:nvPr>
            <p:ph type="pic" sz="quarter" idx="13"/>
          </p:nvPr>
        </p:nvSpPr>
        <p:spPr>
          <a:xfrm>
            <a:off x="536365" y="1976916"/>
            <a:ext cx="3602311" cy="3635695"/>
          </a:xfrm>
        </p:spPr>
        <p:txBody>
          <a:bodyPr/>
          <a:lstStyle>
            <a:lvl1pPr marL="0" indent="0" algn="ctr">
              <a:buNone/>
              <a:defRPr b="0" i="0">
                <a:latin typeface="Arial" panose="020B0604020202020204" pitchFamily="34" charset="0"/>
              </a:defRPr>
            </a:lvl1pPr>
          </a:lstStyle>
          <a:p>
            <a:r>
              <a:rPr lang="en-US"/>
              <a:t>Click icon to add picture</a:t>
            </a:r>
          </a:p>
        </p:txBody>
      </p:sp>
      <p:sp>
        <p:nvSpPr>
          <p:cNvPr id="8" name="Text Placeholder 7">
            <a:extLst>
              <a:ext uri="{FF2B5EF4-FFF2-40B4-BE49-F238E27FC236}">
                <a16:creationId xmlns:a16="http://schemas.microsoft.com/office/drawing/2014/main" id="{BD7A6459-A21C-1442-A11B-62DE80B2521C}"/>
              </a:ext>
            </a:extLst>
          </p:cNvPr>
          <p:cNvSpPr>
            <a:spLocks noGrp="1"/>
          </p:cNvSpPr>
          <p:nvPr>
            <p:ph type="body" sz="quarter" idx="14" hasCustomPrompt="1"/>
          </p:nvPr>
        </p:nvSpPr>
        <p:spPr>
          <a:xfrm>
            <a:off x="4366597" y="2506679"/>
            <a:ext cx="5545755" cy="339026"/>
          </a:xfrm>
        </p:spPr>
        <p:txBody>
          <a:bodyPr anchor="ctr"/>
          <a:lstStyle>
            <a:lvl1pPr marL="0" indent="0" algn="l">
              <a:buNone/>
              <a:defRPr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10" name="Text Placeholder 7">
            <a:extLst>
              <a:ext uri="{FF2B5EF4-FFF2-40B4-BE49-F238E27FC236}">
                <a16:creationId xmlns:a16="http://schemas.microsoft.com/office/drawing/2014/main" id="{A8F2CEF9-97A9-E642-94BC-55A6D7AD5BE9}"/>
              </a:ext>
            </a:extLst>
          </p:cNvPr>
          <p:cNvSpPr>
            <a:spLocks noGrp="1"/>
          </p:cNvSpPr>
          <p:nvPr>
            <p:ph type="body" sz="quarter" idx="15" hasCustomPrompt="1"/>
          </p:nvPr>
        </p:nvSpPr>
        <p:spPr>
          <a:xfrm>
            <a:off x="4366597" y="2904792"/>
            <a:ext cx="5545755" cy="285436"/>
          </a:xfrm>
        </p:spPr>
        <p:txBody>
          <a:bodyPr anchor="ctr">
            <a:normAutofit/>
          </a:bodyPr>
          <a:lstStyle>
            <a:lvl1pPr marL="0" indent="0" algn="l">
              <a:buNone/>
              <a:defRPr sz="18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11" name="Text Placeholder 7">
            <a:extLst>
              <a:ext uri="{FF2B5EF4-FFF2-40B4-BE49-F238E27FC236}">
                <a16:creationId xmlns:a16="http://schemas.microsoft.com/office/drawing/2014/main" id="{DE1B79F5-704D-5A40-86A4-06225CB87EC0}"/>
              </a:ext>
            </a:extLst>
          </p:cNvPr>
          <p:cNvSpPr>
            <a:spLocks noGrp="1"/>
          </p:cNvSpPr>
          <p:nvPr>
            <p:ph type="body" sz="quarter" idx="16" hasCustomPrompt="1"/>
          </p:nvPr>
        </p:nvSpPr>
        <p:spPr>
          <a:xfrm>
            <a:off x="4366597" y="3350677"/>
            <a:ext cx="5545755" cy="2261928"/>
          </a:xfrm>
        </p:spPr>
        <p:txBody>
          <a:bodyPr anchor="t">
            <a:normAutofit/>
          </a:bodyPr>
          <a:lstStyle>
            <a:lvl1pPr marL="0" indent="0" algn="l">
              <a:buNone/>
              <a:defRPr sz="1800" b="0"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13" name="Straight Connector 12">
            <a:extLst>
              <a:ext uri="{FF2B5EF4-FFF2-40B4-BE49-F238E27FC236}">
                <a16:creationId xmlns:a16="http://schemas.microsoft.com/office/drawing/2014/main" id="{776C0959-CF70-2B46-A07D-8915A0E5C0A6}"/>
              </a:ext>
            </a:extLst>
          </p:cNvPr>
          <p:cNvCxnSpPr>
            <a:cxnSpLocks/>
          </p:cNvCxnSpPr>
          <p:nvPr userDrawn="1"/>
        </p:nvCxnSpPr>
        <p:spPr>
          <a:xfrm flipH="1">
            <a:off x="4366596" y="2385080"/>
            <a:ext cx="1004341" cy="0"/>
          </a:xfrm>
          <a:prstGeom prst="line">
            <a:avLst/>
          </a:prstGeom>
          <a:ln w="12700">
            <a:solidFill>
              <a:srgbClr val="0D2345"/>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sp>
        <p:nvSpPr>
          <p:cNvPr id="18" name="Footer Placeholder 1"/>
          <p:cNvSpPr>
            <a:spLocks noGrp="1"/>
          </p:cNvSpPr>
          <p:nvPr>
            <p:ph type="ftr" sz="quarter" idx="10"/>
          </p:nvPr>
        </p:nvSpPr>
        <p:spPr>
          <a:xfrm>
            <a:off x="3751383" y="6502713"/>
            <a:ext cx="6471140" cy="208250"/>
          </a:xfrm>
          <a:prstGeom prst="rect">
            <a:avLst/>
          </a:prstGeom>
        </p:spPr>
        <p:txBody>
          <a:bodyPr lIns="0" tIns="0" rIns="0" bIns="0" anchor="b"/>
          <a:lstStyle>
            <a:lvl1pPr algn="l">
              <a:defRPr sz="1000" b="0" i="0">
                <a:solidFill>
                  <a:schemeClr val="bg1"/>
                </a:solidFill>
                <a:latin typeface="Arial" panose="020B0604020202020204" pitchFamily="34" charset="0"/>
              </a:defRPr>
            </a:lvl1pPr>
          </a:lstStyle>
          <a:p>
            <a:endParaRPr lang="en-GB"/>
          </a:p>
        </p:txBody>
      </p:sp>
      <p:pic>
        <p:nvPicPr>
          <p:cNvPr id="15" name="Picture 14"/>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443680588"/>
      </p:ext>
    </p:extLst>
  </p:cSld>
  <p:clrMapOvr>
    <a:masterClrMapping/>
  </p:clrMapOvr>
  <p:extLst>
    <p:ext uri="{DCECCB84-F9BA-43D5-87BE-67443E8EF086}">
      <p15:sldGuideLst xmlns:p15="http://schemas.microsoft.com/office/powerpoint/2012/main">
        <p15:guide id="1" orient="horz" pos="1245">
          <p15:clr>
            <a:srgbClr val="FBAE40"/>
          </p15:clr>
        </p15:guide>
        <p15:guide id="2" pos="6244">
          <p15:clr>
            <a:srgbClr val="FBAE40"/>
          </p15:clr>
        </p15:guide>
        <p15:guide id="3" orient="horz" pos="1499">
          <p15:clr>
            <a:srgbClr val="FBAE40"/>
          </p15:clr>
        </p15:guide>
        <p15:guide id="4" orient="horz" pos="440">
          <p15:clr>
            <a:srgbClr val="FBAE40"/>
          </p15:clr>
        </p15:guide>
        <p15:guide id="5" pos="339">
          <p15:clr>
            <a:srgbClr val="FBAE40"/>
          </p15:clr>
        </p15:guide>
        <p15:guide id="6" orient="horz" pos="4252">
          <p15:clr>
            <a:srgbClr val="FBAE40"/>
          </p15:clr>
        </p15:guide>
        <p15:guide id="7" orient="horz" pos="3532">
          <p15:clr>
            <a:srgbClr val="FBAE40"/>
          </p15:clr>
        </p15:guide>
        <p15:guide id="8" pos="7159">
          <p15:clr>
            <a:srgbClr val="FBAE40"/>
          </p15:clr>
        </p15:guide>
        <p15:guide id="9" orient="horz" pos="1576">
          <p15:clr>
            <a:srgbClr val="FBAE40"/>
          </p15:clr>
        </p15:guide>
        <p15:guide id="10" pos="274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et the Team - 2 Profile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1" y="476722"/>
            <a:ext cx="10298411" cy="768545"/>
          </a:xfrm>
          <a:prstGeom prst="rect">
            <a:avLst/>
          </a:prstGeom>
        </p:spPr>
        <p:txBody>
          <a:bodyPr vert="horz" lIns="0" tIns="0" rIns="0" bIns="0" rtlCol="0" anchor="ctr">
            <a:normAutofit/>
          </a:bodyPr>
          <a:lstStyle>
            <a:lvl1pPr>
              <a:defRPr>
                <a:latin typeface="+mn-lt"/>
              </a:defRPr>
            </a:lvl1pPr>
          </a:lstStyle>
          <a:p>
            <a:r>
              <a:rPr lang="en-US"/>
              <a:t>Eagle Team - 2 Profile</a:t>
            </a:r>
          </a:p>
        </p:txBody>
      </p:sp>
      <p:sp>
        <p:nvSpPr>
          <p:cNvPr id="4" name="Picture Placeholder 3">
            <a:extLst>
              <a:ext uri="{FF2B5EF4-FFF2-40B4-BE49-F238E27FC236}">
                <a16:creationId xmlns:a16="http://schemas.microsoft.com/office/drawing/2014/main" id="{95B97E4E-7184-234F-BA6B-9A3EECF693B0}"/>
              </a:ext>
            </a:extLst>
          </p:cNvPr>
          <p:cNvSpPr>
            <a:spLocks noGrp="1"/>
          </p:cNvSpPr>
          <p:nvPr>
            <p:ph type="pic" sz="quarter" idx="13"/>
          </p:nvPr>
        </p:nvSpPr>
        <p:spPr>
          <a:xfrm>
            <a:off x="2603028" y="1861264"/>
            <a:ext cx="1884363" cy="1901825"/>
          </a:xfrm>
        </p:spPr>
        <p:txBody>
          <a:bodyPr/>
          <a:lstStyle>
            <a:lvl1pPr marL="0" indent="0" algn="ctr">
              <a:buNone/>
              <a:defRPr b="0" i="0">
                <a:latin typeface="Arial" panose="020B0604020202020204" pitchFamily="34" charset="0"/>
              </a:defRPr>
            </a:lvl1pPr>
          </a:lstStyle>
          <a:p>
            <a:r>
              <a:rPr lang="en-US"/>
              <a:t>Click icon to add picture</a:t>
            </a:r>
          </a:p>
        </p:txBody>
      </p:sp>
      <p:sp>
        <p:nvSpPr>
          <p:cNvPr id="8" name="Text Placeholder 7">
            <a:extLst>
              <a:ext uri="{FF2B5EF4-FFF2-40B4-BE49-F238E27FC236}">
                <a16:creationId xmlns:a16="http://schemas.microsoft.com/office/drawing/2014/main" id="{BD7A6459-A21C-1442-A11B-62DE80B2521C}"/>
              </a:ext>
            </a:extLst>
          </p:cNvPr>
          <p:cNvSpPr>
            <a:spLocks noGrp="1"/>
          </p:cNvSpPr>
          <p:nvPr>
            <p:ph type="body" sz="quarter" idx="14" hasCustomPrompt="1"/>
          </p:nvPr>
        </p:nvSpPr>
        <p:spPr>
          <a:xfrm>
            <a:off x="1357228" y="4099995"/>
            <a:ext cx="4375963" cy="339026"/>
          </a:xfrm>
        </p:spPr>
        <p:txBody>
          <a:bodyPr anchor="ctr"/>
          <a:lstStyle>
            <a:lvl1pPr marL="0" indent="0" algn="ctr">
              <a:buNone/>
              <a:defRPr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10" name="Text Placeholder 7">
            <a:extLst>
              <a:ext uri="{FF2B5EF4-FFF2-40B4-BE49-F238E27FC236}">
                <a16:creationId xmlns:a16="http://schemas.microsoft.com/office/drawing/2014/main" id="{A8F2CEF9-97A9-E642-94BC-55A6D7AD5BE9}"/>
              </a:ext>
            </a:extLst>
          </p:cNvPr>
          <p:cNvSpPr>
            <a:spLocks noGrp="1"/>
          </p:cNvSpPr>
          <p:nvPr>
            <p:ph type="body" sz="quarter" idx="15" hasCustomPrompt="1"/>
          </p:nvPr>
        </p:nvSpPr>
        <p:spPr>
          <a:xfrm>
            <a:off x="1357228" y="4498108"/>
            <a:ext cx="4375963" cy="285436"/>
          </a:xfrm>
        </p:spPr>
        <p:txBody>
          <a:bodyPr anchor="ctr">
            <a:normAutofit/>
          </a:bodyPr>
          <a:lstStyle>
            <a:lvl1pPr marL="0" indent="0" algn="ctr">
              <a:buNone/>
              <a:defRPr sz="18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11" name="Text Placeholder 7">
            <a:extLst>
              <a:ext uri="{FF2B5EF4-FFF2-40B4-BE49-F238E27FC236}">
                <a16:creationId xmlns:a16="http://schemas.microsoft.com/office/drawing/2014/main" id="{DE1B79F5-704D-5A40-86A4-06225CB87EC0}"/>
              </a:ext>
            </a:extLst>
          </p:cNvPr>
          <p:cNvSpPr>
            <a:spLocks noGrp="1"/>
          </p:cNvSpPr>
          <p:nvPr>
            <p:ph type="body" sz="quarter" idx="16" hasCustomPrompt="1"/>
          </p:nvPr>
        </p:nvSpPr>
        <p:spPr>
          <a:xfrm>
            <a:off x="1357228" y="4943999"/>
            <a:ext cx="4375963" cy="1102201"/>
          </a:xfrm>
        </p:spPr>
        <p:txBody>
          <a:bodyPr anchor="t">
            <a:normAutofit/>
          </a:bodyPr>
          <a:lstStyle>
            <a:lvl1pPr marL="0" indent="0" algn="ctr">
              <a:buNone/>
              <a:defRPr sz="1800" b="0">
                <a:solidFill>
                  <a:schemeClr val="tx1"/>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13" name="Straight Connector 12">
            <a:extLst>
              <a:ext uri="{FF2B5EF4-FFF2-40B4-BE49-F238E27FC236}">
                <a16:creationId xmlns:a16="http://schemas.microsoft.com/office/drawing/2014/main" id="{776C0959-CF70-2B46-A07D-8915A0E5C0A6}"/>
              </a:ext>
            </a:extLst>
          </p:cNvPr>
          <p:cNvCxnSpPr>
            <a:cxnSpLocks/>
          </p:cNvCxnSpPr>
          <p:nvPr userDrawn="1"/>
        </p:nvCxnSpPr>
        <p:spPr>
          <a:xfrm flipH="1">
            <a:off x="3043040" y="3978396"/>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Picture Placeholder 3">
            <a:extLst>
              <a:ext uri="{FF2B5EF4-FFF2-40B4-BE49-F238E27FC236}">
                <a16:creationId xmlns:a16="http://schemas.microsoft.com/office/drawing/2014/main" id="{5AE08200-0919-354A-B310-E1D281B2890B}"/>
              </a:ext>
            </a:extLst>
          </p:cNvPr>
          <p:cNvSpPr>
            <a:spLocks noGrp="1"/>
          </p:cNvSpPr>
          <p:nvPr>
            <p:ph type="pic" sz="quarter" idx="17"/>
          </p:nvPr>
        </p:nvSpPr>
        <p:spPr>
          <a:xfrm>
            <a:off x="7704609" y="1861264"/>
            <a:ext cx="1884363" cy="1901825"/>
          </a:xfrm>
        </p:spPr>
        <p:txBody>
          <a:bodyPr/>
          <a:lstStyle>
            <a:lvl1pPr marL="0" indent="0" algn="ctr">
              <a:buNone/>
              <a:defRPr b="0" i="0">
                <a:latin typeface="Arial" panose="020B0604020202020204" pitchFamily="34" charset="0"/>
              </a:defRPr>
            </a:lvl1pPr>
          </a:lstStyle>
          <a:p>
            <a:r>
              <a:rPr lang="en-US"/>
              <a:t>Click icon to add picture</a:t>
            </a:r>
          </a:p>
        </p:txBody>
      </p:sp>
      <p:sp>
        <p:nvSpPr>
          <p:cNvPr id="35" name="Text Placeholder 7">
            <a:extLst>
              <a:ext uri="{FF2B5EF4-FFF2-40B4-BE49-F238E27FC236}">
                <a16:creationId xmlns:a16="http://schemas.microsoft.com/office/drawing/2014/main" id="{1B2B4F39-16C6-E841-B350-5DC46939C55E}"/>
              </a:ext>
            </a:extLst>
          </p:cNvPr>
          <p:cNvSpPr>
            <a:spLocks noGrp="1"/>
          </p:cNvSpPr>
          <p:nvPr>
            <p:ph type="body" sz="quarter" idx="18" hasCustomPrompt="1"/>
          </p:nvPr>
        </p:nvSpPr>
        <p:spPr>
          <a:xfrm>
            <a:off x="6458809" y="4099995"/>
            <a:ext cx="4375963" cy="339026"/>
          </a:xfrm>
        </p:spPr>
        <p:txBody>
          <a:bodyPr anchor="ctr"/>
          <a:lstStyle>
            <a:lvl1pPr marL="0" indent="0" algn="ctr">
              <a:buNone/>
              <a:defRPr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36" name="Text Placeholder 7">
            <a:extLst>
              <a:ext uri="{FF2B5EF4-FFF2-40B4-BE49-F238E27FC236}">
                <a16:creationId xmlns:a16="http://schemas.microsoft.com/office/drawing/2014/main" id="{0C973AA0-7B20-DF40-86C2-6C2E1095A8D0}"/>
              </a:ext>
            </a:extLst>
          </p:cNvPr>
          <p:cNvSpPr>
            <a:spLocks noGrp="1"/>
          </p:cNvSpPr>
          <p:nvPr>
            <p:ph type="body" sz="quarter" idx="19" hasCustomPrompt="1"/>
          </p:nvPr>
        </p:nvSpPr>
        <p:spPr>
          <a:xfrm>
            <a:off x="6458809" y="4498108"/>
            <a:ext cx="4375963" cy="285436"/>
          </a:xfrm>
        </p:spPr>
        <p:txBody>
          <a:bodyPr anchor="ctr">
            <a:normAutofit/>
          </a:bodyPr>
          <a:lstStyle>
            <a:lvl1pPr marL="0" indent="0" algn="ctr">
              <a:buNone/>
              <a:defRPr sz="18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37" name="Text Placeholder 7">
            <a:extLst>
              <a:ext uri="{FF2B5EF4-FFF2-40B4-BE49-F238E27FC236}">
                <a16:creationId xmlns:a16="http://schemas.microsoft.com/office/drawing/2014/main" id="{DD3C700E-8DCB-8A43-AE2A-44BE7DEF778D}"/>
              </a:ext>
            </a:extLst>
          </p:cNvPr>
          <p:cNvSpPr>
            <a:spLocks noGrp="1"/>
          </p:cNvSpPr>
          <p:nvPr>
            <p:ph type="body" sz="quarter" idx="20" hasCustomPrompt="1"/>
          </p:nvPr>
        </p:nvSpPr>
        <p:spPr>
          <a:xfrm>
            <a:off x="6458809" y="4943999"/>
            <a:ext cx="4375963" cy="1102201"/>
          </a:xfrm>
        </p:spPr>
        <p:txBody>
          <a:bodyPr anchor="t">
            <a:normAutofit/>
          </a:bodyPr>
          <a:lstStyle>
            <a:lvl1pPr marL="0" indent="0" algn="ctr">
              <a:buNone/>
              <a:defRPr sz="1800" b="0" i="0">
                <a:solidFill>
                  <a:schemeClr val="tx1"/>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38" name="Straight Connector 37">
            <a:extLst>
              <a:ext uri="{FF2B5EF4-FFF2-40B4-BE49-F238E27FC236}">
                <a16:creationId xmlns:a16="http://schemas.microsoft.com/office/drawing/2014/main" id="{23FD2488-DB5A-8246-9846-57E401E9BA55}"/>
              </a:ext>
            </a:extLst>
          </p:cNvPr>
          <p:cNvCxnSpPr>
            <a:cxnSpLocks/>
          </p:cNvCxnSpPr>
          <p:nvPr userDrawn="1"/>
        </p:nvCxnSpPr>
        <p:spPr>
          <a:xfrm flipH="1">
            <a:off x="8144620" y="3978396"/>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9" name="Picture 1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472532687"/>
      </p:ext>
    </p:extLst>
  </p:cSld>
  <p:clrMapOvr>
    <a:masterClrMapping/>
  </p:clrMapOvr>
  <p:extLst>
    <p:ext uri="{DCECCB84-F9BA-43D5-87BE-67443E8EF086}">
      <p15:sldGuideLst xmlns:p15="http://schemas.microsoft.com/office/powerpoint/2012/main">
        <p15:guide id="1" pos="3840">
          <p15:clr>
            <a:srgbClr val="FBAE40"/>
          </p15:clr>
        </p15:guide>
        <p15:guide id="2" orient="horz" pos="1169">
          <p15:clr>
            <a:srgbClr val="FBAE40"/>
          </p15:clr>
        </p15:guide>
        <p15:guide id="3" orient="horz" pos="4252">
          <p15:clr>
            <a:srgbClr val="FBAE40"/>
          </p15:clr>
        </p15:guide>
        <p15:guide id="4" orient="horz" pos="3812">
          <p15:clr>
            <a:srgbClr val="FBAE40"/>
          </p15:clr>
        </p15:guide>
        <p15:guide id="5" pos="856">
          <p15:clr>
            <a:srgbClr val="FBAE40"/>
          </p15:clr>
        </p15:guide>
        <p15:guide id="6" pos="6827">
          <p15:clr>
            <a:srgbClr val="FBAE40"/>
          </p15:clr>
        </p15:guide>
        <p15:guide id="7" pos="3608">
          <p15:clr>
            <a:srgbClr val="FBAE40"/>
          </p15:clr>
        </p15:guide>
        <p15:guide id="8" pos="4067">
          <p15:clr>
            <a:srgbClr val="FBAE40"/>
          </p15:clr>
        </p15:guide>
        <p15:guide id="9" orient="horz" pos="432">
          <p15:clr>
            <a:srgbClr val="FBAE40"/>
          </p15:clr>
        </p15:guide>
        <p15:guide id="10" pos="7159">
          <p15:clr>
            <a:srgbClr val="FBAE40"/>
          </p15:clr>
        </p15:guide>
        <p15:guide id="11" orient="horz" pos="2507">
          <p15:clr>
            <a:srgbClr val="FBAE40"/>
          </p15:clr>
        </p15:guide>
        <p15:guide id="12" orient="horz" pos="258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eet the Team - 5 Profile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4" y="476722"/>
            <a:ext cx="10636465"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Eagle Team - 5 Profile</a:t>
            </a:r>
          </a:p>
        </p:txBody>
      </p:sp>
      <p:sp>
        <p:nvSpPr>
          <p:cNvPr id="4" name="Picture Placeholder 3">
            <a:extLst>
              <a:ext uri="{FF2B5EF4-FFF2-40B4-BE49-F238E27FC236}">
                <a16:creationId xmlns:a16="http://schemas.microsoft.com/office/drawing/2014/main" id="{95B97E4E-7184-234F-BA6B-9A3EECF693B0}"/>
              </a:ext>
            </a:extLst>
          </p:cNvPr>
          <p:cNvSpPr>
            <a:spLocks noGrp="1"/>
          </p:cNvSpPr>
          <p:nvPr>
            <p:ph type="pic" sz="quarter" idx="13"/>
          </p:nvPr>
        </p:nvSpPr>
        <p:spPr>
          <a:xfrm>
            <a:off x="538163" y="1808080"/>
            <a:ext cx="1835988" cy="1711253"/>
          </a:xfrm>
        </p:spPr>
        <p:txBody>
          <a:bodyPr/>
          <a:lstStyle>
            <a:lvl1pPr marL="0" indent="0" algn="ctr">
              <a:buNone/>
              <a:defRPr b="0" i="0">
                <a:latin typeface="Arial" panose="020B0604020202020204" pitchFamily="34" charset="0"/>
              </a:defRPr>
            </a:lvl1pPr>
          </a:lstStyle>
          <a:p>
            <a:r>
              <a:rPr lang="en-US"/>
              <a:t>Click icon to add picture</a:t>
            </a:r>
          </a:p>
        </p:txBody>
      </p:sp>
      <p:sp>
        <p:nvSpPr>
          <p:cNvPr id="8" name="Text Placeholder 7">
            <a:extLst>
              <a:ext uri="{FF2B5EF4-FFF2-40B4-BE49-F238E27FC236}">
                <a16:creationId xmlns:a16="http://schemas.microsoft.com/office/drawing/2014/main" id="{BD7A6459-A21C-1442-A11B-62DE80B2521C}"/>
              </a:ext>
            </a:extLst>
          </p:cNvPr>
          <p:cNvSpPr>
            <a:spLocks noGrp="1"/>
          </p:cNvSpPr>
          <p:nvPr>
            <p:ph type="body" sz="quarter" idx="14" hasCustomPrompt="1"/>
          </p:nvPr>
        </p:nvSpPr>
        <p:spPr>
          <a:xfrm>
            <a:off x="538163" y="3856239"/>
            <a:ext cx="1835988" cy="339026"/>
          </a:xfrm>
          <a:effectLst>
            <a:glow rad="127000">
              <a:srgbClr val="0D2345"/>
            </a:glow>
          </a:effectLst>
        </p:spPr>
        <p:txBody>
          <a:bodyPr anchor="ctr">
            <a:normAutofit/>
          </a:bodyPr>
          <a:lstStyle>
            <a:lvl1pPr marL="0" indent="0" algn="ctr">
              <a:buNone/>
              <a:defRPr sz="16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10" name="Text Placeholder 7">
            <a:extLst>
              <a:ext uri="{FF2B5EF4-FFF2-40B4-BE49-F238E27FC236}">
                <a16:creationId xmlns:a16="http://schemas.microsoft.com/office/drawing/2014/main" id="{A8F2CEF9-97A9-E642-94BC-55A6D7AD5BE9}"/>
              </a:ext>
            </a:extLst>
          </p:cNvPr>
          <p:cNvSpPr>
            <a:spLocks noGrp="1"/>
          </p:cNvSpPr>
          <p:nvPr>
            <p:ph type="body" sz="quarter" idx="15" hasCustomPrompt="1"/>
          </p:nvPr>
        </p:nvSpPr>
        <p:spPr>
          <a:xfrm>
            <a:off x="538163" y="4254352"/>
            <a:ext cx="1835988" cy="285436"/>
          </a:xfrm>
        </p:spPr>
        <p:txBody>
          <a:bodyPr anchor="ctr">
            <a:normAutofit/>
          </a:bodyPr>
          <a:lstStyle>
            <a:lvl1pPr marL="0" indent="0" algn="ctr">
              <a:buNone/>
              <a:defRPr sz="14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11" name="Text Placeholder 7">
            <a:extLst>
              <a:ext uri="{FF2B5EF4-FFF2-40B4-BE49-F238E27FC236}">
                <a16:creationId xmlns:a16="http://schemas.microsoft.com/office/drawing/2014/main" id="{DE1B79F5-704D-5A40-86A4-06225CB87EC0}"/>
              </a:ext>
            </a:extLst>
          </p:cNvPr>
          <p:cNvSpPr>
            <a:spLocks noGrp="1"/>
          </p:cNvSpPr>
          <p:nvPr>
            <p:ph type="body" sz="quarter" idx="16" hasCustomPrompt="1"/>
          </p:nvPr>
        </p:nvSpPr>
        <p:spPr>
          <a:xfrm>
            <a:off x="538163" y="4700243"/>
            <a:ext cx="1835988" cy="1478307"/>
          </a:xfrm>
        </p:spPr>
        <p:txBody>
          <a:bodyPr anchor="t">
            <a:normAutofit/>
          </a:bodyPr>
          <a:lstStyle>
            <a:lvl1pPr marL="0" indent="0" algn="ctr">
              <a:buNone/>
              <a:defRPr sz="1400" b="0"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13" name="Straight Connector 12">
            <a:extLst>
              <a:ext uri="{FF2B5EF4-FFF2-40B4-BE49-F238E27FC236}">
                <a16:creationId xmlns:a16="http://schemas.microsoft.com/office/drawing/2014/main" id="{776C0959-CF70-2B46-A07D-8915A0E5C0A6}"/>
              </a:ext>
            </a:extLst>
          </p:cNvPr>
          <p:cNvCxnSpPr>
            <a:cxnSpLocks/>
          </p:cNvCxnSpPr>
          <p:nvPr userDrawn="1"/>
        </p:nvCxnSpPr>
        <p:spPr>
          <a:xfrm flipH="1">
            <a:off x="953988" y="3734640"/>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54" name="Picture Placeholder 3">
            <a:extLst>
              <a:ext uri="{FF2B5EF4-FFF2-40B4-BE49-F238E27FC236}">
                <a16:creationId xmlns:a16="http://schemas.microsoft.com/office/drawing/2014/main" id="{EF1A0F53-E7C2-F847-BBBD-4A9805F308FC}"/>
              </a:ext>
            </a:extLst>
          </p:cNvPr>
          <p:cNvSpPr>
            <a:spLocks noGrp="1"/>
          </p:cNvSpPr>
          <p:nvPr>
            <p:ph type="pic" sz="quarter" idx="17"/>
          </p:nvPr>
        </p:nvSpPr>
        <p:spPr>
          <a:xfrm>
            <a:off x="2859275" y="1808080"/>
            <a:ext cx="1835988" cy="1711253"/>
          </a:xfrm>
        </p:spPr>
        <p:txBody>
          <a:bodyPr/>
          <a:lstStyle>
            <a:lvl1pPr marL="0" indent="0" algn="ctr">
              <a:buNone/>
              <a:defRPr b="0" i="0">
                <a:latin typeface="Arial" panose="020B0604020202020204" pitchFamily="34" charset="0"/>
              </a:defRPr>
            </a:lvl1pPr>
          </a:lstStyle>
          <a:p>
            <a:r>
              <a:rPr lang="en-US"/>
              <a:t>Click icon to add picture</a:t>
            </a:r>
          </a:p>
        </p:txBody>
      </p:sp>
      <p:sp>
        <p:nvSpPr>
          <p:cNvPr id="55" name="Text Placeholder 7">
            <a:extLst>
              <a:ext uri="{FF2B5EF4-FFF2-40B4-BE49-F238E27FC236}">
                <a16:creationId xmlns:a16="http://schemas.microsoft.com/office/drawing/2014/main" id="{7B481680-9ED9-5F4B-9DBC-8AFFDE9DEE4C}"/>
              </a:ext>
            </a:extLst>
          </p:cNvPr>
          <p:cNvSpPr>
            <a:spLocks noGrp="1"/>
          </p:cNvSpPr>
          <p:nvPr>
            <p:ph type="body" sz="quarter" idx="18" hasCustomPrompt="1"/>
          </p:nvPr>
        </p:nvSpPr>
        <p:spPr>
          <a:xfrm>
            <a:off x="2858087" y="3856239"/>
            <a:ext cx="1835988" cy="339026"/>
          </a:xfrm>
        </p:spPr>
        <p:txBody>
          <a:bodyPr anchor="ctr">
            <a:normAutofit/>
          </a:bodyPr>
          <a:lstStyle>
            <a:lvl1pPr marL="0" indent="0" algn="ctr">
              <a:buNone/>
              <a:defRPr sz="16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56" name="Text Placeholder 7">
            <a:extLst>
              <a:ext uri="{FF2B5EF4-FFF2-40B4-BE49-F238E27FC236}">
                <a16:creationId xmlns:a16="http://schemas.microsoft.com/office/drawing/2014/main" id="{E5F11699-2468-D548-80EB-F0189B19DF35}"/>
              </a:ext>
            </a:extLst>
          </p:cNvPr>
          <p:cNvSpPr>
            <a:spLocks noGrp="1"/>
          </p:cNvSpPr>
          <p:nvPr>
            <p:ph type="body" sz="quarter" idx="19" hasCustomPrompt="1"/>
          </p:nvPr>
        </p:nvSpPr>
        <p:spPr>
          <a:xfrm>
            <a:off x="2858087" y="4254352"/>
            <a:ext cx="1835988" cy="285436"/>
          </a:xfrm>
        </p:spPr>
        <p:txBody>
          <a:bodyPr anchor="ctr">
            <a:normAutofit/>
          </a:bodyPr>
          <a:lstStyle>
            <a:lvl1pPr marL="0" indent="0" algn="ctr">
              <a:buNone/>
              <a:defRPr sz="14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57" name="Text Placeholder 7">
            <a:extLst>
              <a:ext uri="{FF2B5EF4-FFF2-40B4-BE49-F238E27FC236}">
                <a16:creationId xmlns:a16="http://schemas.microsoft.com/office/drawing/2014/main" id="{6C57E762-522E-DD40-9331-80B0111F9C6B}"/>
              </a:ext>
            </a:extLst>
          </p:cNvPr>
          <p:cNvSpPr>
            <a:spLocks noGrp="1"/>
          </p:cNvSpPr>
          <p:nvPr>
            <p:ph type="body" sz="quarter" idx="20" hasCustomPrompt="1"/>
          </p:nvPr>
        </p:nvSpPr>
        <p:spPr>
          <a:xfrm>
            <a:off x="2858087" y="4700243"/>
            <a:ext cx="1835988" cy="1478307"/>
          </a:xfrm>
        </p:spPr>
        <p:txBody>
          <a:bodyPr anchor="t">
            <a:normAutofit/>
          </a:bodyPr>
          <a:lstStyle>
            <a:lvl1pPr marL="0" indent="0" algn="ctr">
              <a:buNone/>
              <a:defRPr sz="1400" b="0"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58" name="Straight Connector 57">
            <a:extLst>
              <a:ext uri="{FF2B5EF4-FFF2-40B4-BE49-F238E27FC236}">
                <a16:creationId xmlns:a16="http://schemas.microsoft.com/office/drawing/2014/main" id="{CAE1DE42-CB13-524B-A1A4-0658DBEB2E95}"/>
              </a:ext>
            </a:extLst>
          </p:cNvPr>
          <p:cNvCxnSpPr>
            <a:cxnSpLocks/>
          </p:cNvCxnSpPr>
          <p:nvPr userDrawn="1"/>
        </p:nvCxnSpPr>
        <p:spPr>
          <a:xfrm flipH="1">
            <a:off x="3273908" y="3734640"/>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9" name="Picture Placeholder 3">
            <a:extLst>
              <a:ext uri="{FF2B5EF4-FFF2-40B4-BE49-F238E27FC236}">
                <a16:creationId xmlns:a16="http://schemas.microsoft.com/office/drawing/2014/main" id="{B8145BBC-2BA8-0E41-A2B1-D82CE406F98B}"/>
              </a:ext>
            </a:extLst>
          </p:cNvPr>
          <p:cNvSpPr>
            <a:spLocks noGrp="1"/>
          </p:cNvSpPr>
          <p:nvPr>
            <p:ph type="pic" sz="quarter" idx="21"/>
          </p:nvPr>
        </p:nvSpPr>
        <p:spPr>
          <a:xfrm>
            <a:off x="5180387" y="1808080"/>
            <a:ext cx="1835988" cy="1711253"/>
          </a:xfrm>
        </p:spPr>
        <p:txBody>
          <a:bodyPr/>
          <a:lstStyle>
            <a:lvl1pPr marL="0" indent="0" algn="ctr">
              <a:buNone/>
              <a:defRPr b="0" i="0">
                <a:latin typeface="Arial" panose="020B0604020202020204" pitchFamily="34" charset="0"/>
              </a:defRPr>
            </a:lvl1pPr>
          </a:lstStyle>
          <a:p>
            <a:r>
              <a:rPr lang="en-US"/>
              <a:t>Click icon to add picture</a:t>
            </a:r>
          </a:p>
        </p:txBody>
      </p:sp>
      <p:sp>
        <p:nvSpPr>
          <p:cNvPr id="60" name="Text Placeholder 7">
            <a:extLst>
              <a:ext uri="{FF2B5EF4-FFF2-40B4-BE49-F238E27FC236}">
                <a16:creationId xmlns:a16="http://schemas.microsoft.com/office/drawing/2014/main" id="{1D174840-C8B7-DB4F-9862-1CC77E60405F}"/>
              </a:ext>
            </a:extLst>
          </p:cNvPr>
          <p:cNvSpPr>
            <a:spLocks noGrp="1"/>
          </p:cNvSpPr>
          <p:nvPr>
            <p:ph type="body" sz="quarter" idx="22" hasCustomPrompt="1"/>
          </p:nvPr>
        </p:nvSpPr>
        <p:spPr>
          <a:xfrm>
            <a:off x="5178007" y="3856239"/>
            <a:ext cx="1835988" cy="339026"/>
          </a:xfrm>
        </p:spPr>
        <p:txBody>
          <a:bodyPr anchor="ctr">
            <a:normAutofit/>
          </a:bodyPr>
          <a:lstStyle>
            <a:lvl1pPr marL="0" indent="0" algn="ctr">
              <a:buNone/>
              <a:defRPr sz="16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61" name="Text Placeholder 7">
            <a:extLst>
              <a:ext uri="{FF2B5EF4-FFF2-40B4-BE49-F238E27FC236}">
                <a16:creationId xmlns:a16="http://schemas.microsoft.com/office/drawing/2014/main" id="{294F2042-0B27-4741-B017-1BD06113BECC}"/>
              </a:ext>
            </a:extLst>
          </p:cNvPr>
          <p:cNvSpPr>
            <a:spLocks noGrp="1"/>
          </p:cNvSpPr>
          <p:nvPr>
            <p:ph type="body" sz="quarter" idx="23" hasCustomPrompt="1"/>
          </p:nvPr>
        </p:nvSpPr>
        <p:spPr>
          <a:xfrm>
            <a:off x="5178007" y="4254352"/>
            <a:ext cx="1835988" cy="285436"/>
          </a:xfrm>
        </p:spPr>
        <p:txBody>
          <a:bodyPr anchor="ctr">
            <a:normAutofit/>
          </a:bodyPr>
          <a:lstStyle>
            <a:lvl1pPr marL="0" indent="0" algn="ctr">
              <a:buNone/>
              <a:defRPr sz="14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62" name="Text Placeholder 7">
            <a:extLst>
              <a:ext uri="{FF2B5EF4-FFF2-40B4-BE49-F238E27FC236}">
                <a16:creationId xmlns:a16="http://schemas.microsoft.com/office/drawing/2014/main" id="{28094B37-C635-4F4B-BD71-46406B02D18A}"/>
              </a:ext>
            </a:extLst>
          </p:cNvPr>
          <p:cNvSpPr>
            <a:spLocks noGrp="1"/>
          </p:cNvSpPr>
          <p:nvPr>
            <p:ph type="body" sz="quarter" idx="24" hasCustomPrompt="1"/>
          </p:nvPr>
        </p:nvSpPr>
        <p:spPr>
          <a:xfrm>
            <a:off x="5178007" y="4700243"/>
            <a:ext cx="1835988" cy="1478307"/>
          </a:xfrm>
        </p:spPr>
        <p:txBody>
          <a:bodyPr anchor="t">
            <a:normAutofit/>
          </a:bodyPr>
          <a:lstStyle>
            <a:lvl1pPr marL="0" indent="0" algn="ctr">
              <a:buNone/>
              <a:defRPr sz="1400" b="0"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63" name="Straight Connector 62">
            <a:extLst>
              <a:ext uri="{FF2B5EF4-FFF2-40B4-BE49-F238E27FC236}">
                <a16:creationId xmlns:a16="http://schemas.microsoft.com/office/drawing/2014/main" id="{84C8C11F-1C92-F24A-B4AC-D6EBEBE6E53A}"/>
              </a:ext>
            </a:extLst>
          </p:cNvPr>
          <p:cNvCxnSpPr>
            <a:cxnSpLocks/>
          </p:cNvCxnSpPr>
          <p:nvPr userDrawn="1"/>
        </p:nvCxnSpPr>
        <p:spPr>
          <a:xfrm flipH="1">
            <a:off x="5593832" y="3734640"/>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4" name="Picture Placeholder 3">
            <a:extLst>
              <a:ext uri="{FF2B5EF4-FFF2-40B4-BE49-F238E27FC236}">
                <a16:creationId xmlns:a16="http://schemas.microsoft.com/office/drawing/2014/main" id="{148B1993-955A-F849-AEC7-F4BB70CC8724}"/>
              </a:ext>
            </a:extLst>
          </p:cNvPr>
          <p:cNvSpPr>
            <a:spLocks noGrp="1"/>
          </p:cNvSpPr>
          <p:nvPr>
            <p:ph type="pic" sz="quarter" idx="25"/>
          </p:nvPr>
        </p:nvSpPr>
        <p:spPr>
          <a:xfrm>
            <a:off x="7501499" y="1808080"/>
            <a:ext cx="1835988" cy="1711253"/>
          </a:xfrm>
        </p:spPr>
        <p:txBody>
          <a:bodyPr/>
          <a:lstStyle>
            <a:lvl1pPr marL="0" indent="0" algn="ctr">
              <a:buNone/>
              <a:defRPr b="0" i="0">
                <a:latin typeface="Arial" panose="020B0604020202020204" pitchFamily="34" charset="0"/>
              </a:defRPr>
            </a:lvl1pPr>
          </a:lstStyle>
          <a:p>
            <a:r>
              <a:rPr lang="en-US"/>
              <a:t>Click icon to add picture</a:t>
            </a:r>
          </a:p>
        </p:txBody>
      </p:sp>
      <p:sp>
        <p:nvSpPr>
          <p:cNvPr id="65" name="Text Placeholder 7">
            <a:extLst>
              <a:ext uri="{FF2B5EF4-FFF2-40B4-BE49-F238E27FC236}">
                <a16:creationId xmlns:a16="http://schemas.microsoft.com/office/drawing/2014/main" id="{B7D55A6B-6006-B24D-B3C4-C24F1578043D}"/>
              </a:ext>
            </a:extLst>
          </p:cNvPr>
          <p:cNvSpPr>
            <a:spLocks noGrp="1"/>
          </p:cNvSpPr>
          <p:nvPr>
            <p:ph type="body" sz="quarter" idx="26" hasCustomPrompt="1"/>
          </p:nvPr>
        </p:nvSpPr>
        <p:spPr>
          <a:xfrm>
            <a:off x="7501499" y="3856239"/>
            <a:ext cx="1835988" cy="339026"/>
          </a:xfrm>
        </p:spPr>
        <p:txBody>
          <a:bodyPr anchor="ctr">
            <a:normAutofit/>
          </a:bodyPr>
          <a:lstStyle>
            <a:lvl1pPr marL="0" indent="0" algn="ctr">
              <a:buNone/>
              <a:defRPr sz="16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66" name="Text Placeholder 7">
            <a:extLst>
              <a:ext uri="{FF2B5EF4-FFF2-40B4-BE49-F238E27FC236}">
                <a16:creationId xmlns:a16="http://schemas.microsoft.com/office/drawing/2014/main" id="{7DD43118-8AE4-3840-B0F7-3D4A9DAA1191}"/>
              </a:ext>
            </a:extLst>
          </p:cNvPr>
          <p:cNvSpPr>
            <a:spLocks noGrp="1"/>
          </p:cNvSpPr>
          <p:nvPr>
            <p:ph type="body" sz="quarter" idx="27" hasCustomPrompt="1"/>
          </p:nvPr>
        </p:nvSpPr>
        <p:spPr>
          <a:xfrm>
            <a:off x="7501499" y="4254352"/>
            <a:ext cx="1835988" cy="285436"/>
          </a:xfrm>
        </p:spPr>
        <p:txBody>
          <a:bodyPr anchor="ctr">
            <a:normAutofit/>
          </a:bodyPr>
          <a:lstStyle>
            <a:lvl1pPr marL="0" indent="0" algn="ctr">
              <a:buNone/>
              <a:defRPr sz="14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67" name="Text Placeholder 7">
            <a:extLst>
              <a:ext uri="{FF2B5EF4-FFF2-40B4-BE49-F238E27FC236}">
                <a16:creationId xmlns:a16="http://schemas.microsoft.com/office/drawing/2014/main" id="{9527BE04-9D0E-4B4D-AD97-C40E3D8F8AC3}"/>
              </a:ext>
            </a:extLst>
          </p:cNvPr>
          <p:cNvSpPr>
            <a:spLocks noGrp="1"/>
          </p:cNvSpPr>
          <p:nvPr>
            <p:ph type="body" sz="quarter" idx="28" hasCustomPrompt="1"/>
          </p:nvPr>
        </p:nvSpPr>
        <p:spPr>
          <a:xfrm>
            <a:off x="7501499" y="4700243"/>
            <a:ext cx="1835988" cy="1478307"/>
          </a:xfrm>
        </p:spPr>
        <p:txBody>
          <a:bodyPr anchor="t">
            <a:normAutofit/>
          </a:bodyPr>
          <a:lstStyle>
            <a:lvl1pPr marL="0" indent="0" algn="ctr">
              <a:buNone/>
              <a:defRPr sz="1400" b="0"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68" name="Straight Connector 67">
            <a:extLst>
              <a:ext uri="{FF2B5EF4-FFF2-40B4-BE49-F238E27FC236}">
                <a16:creationId xmlns:a16="http://schemas.microsoft.com/office/drawing/2014/main" id="{5FF92F2D-F465-0F46-948D-809D7102C224}"/>
              </a:ext>
            </a:extLst>
          </p:cNvPr>
          <p:cNvCxnSpPr>
            <a:cxnSpLocks/>
          </p:cNvCxnSpPr>
          <p:nvPr userDrawn="1"/>
        </p:nvCxnSpPr>
        <p:spPr>
          <a:xfrm flipH="1">
            <a:off x="7917324" y="3734640"/>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Picture Placeholder 3">
            <a:extLst>
              <a:ext uri="{FF2B5EF4-FFF2-40B4-BE49-F238E27FC236}">
                <a16:creationId xmlns:a16="http://schemas.microsoft.com/office/drawing/2014/main" id="{34E4767E-3447-1F41-A340-7C55E6A9F659}"/>
              </a:ext>
            </a:extLst>
          </p:cNvPr>
          <p:cNvSpPr>
            <a:spLocks noGrp="1"/>
          </p:cNvSpPr>
          <p:nvPr>
            <p:ph type="pic" sz="quarter" idx="29"/>
          </p:nvPr>
        </p:nvSpPr>
        <p:spPr>
          <a:xfrm>
            <a:off x="9822615" y="1808080"/>
            <a:ext cx="1835988" cy="1711253"/>
          </a:xfrm>
        </p:spPr>
        <p:txBody>
          <a:bodyPr/>
          <a:lstStyle>
            <a:lvl1pPr marL="0" indent="0" algn="ctr">
              <a:buNone/>
              <a:defRPr b="0" i="0">
                <a:latin typeface="Arial" panose="020B0604020202020204" pitchFamily="34" charset="0"/>
              </a:defRPr>
            </a:lvl1pPr>
          </a:lstStyle>
          <a:p>
            <a:r>
              <a:rPr lang="en-US"/>
              <a:t>Click icon to add picture</a:t>
            </a:r>
          </a:p>
        </p:txBody>
      </p:sp>
      <p:sp>
        <p:nvSpPr>
          <p:cNvPr id="70" name="Text Placeholder 7">
            <a:extLst>
              <a:ext uri="{FF2B5EF4-FFF2-40B4-BE49-F238E27FC236}">
                <a16:creationId xmlns:a16="http://schemas.microsoft.com/office/drawing/2014/main" id="{9D338BB9-4D26-4F44-970D-8600E8FF6382}"/>
              </a:ext>
            </a:extLst>
          </p:cNvPr>
          <p:cNvSpPr>
            <a:spLocks noGrp="1"/>
          </p:cNvSpPr>
          <p:nvPr>
            <p:ph type="body" sz="quarter" idx="30" hasCustomPrompt="1"/>
          </p:nvPr>
        </p:nvSpPr>
        <p:spPr>
          <a:xfrm>
            <a:off x="9822615" y="3856239"/>
            <a:ext cx="1835988" cy="339026"/>
          </a:xfrm>
        </p:spPr>
        <p:txBody>
          <a:bodyPr anchor="ctr">
            <a:normAutofit/>
          </a:bodyPr>
          <a:lstStyle>
            <a:lvl1pPr marL="0" indent="0" algn="ctr">
              <a:buNone/>
              <a:defRPr sz="16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Name</a:t>
            </a:r>
          </a:p>
        </p:txBody>
      </p:sp>
      <p:sp>
        <p:nvSpPr>
          <p:cNvPr id="71" name="Text Placeholder 7">
            <a:extLst>
              <a:ext uri="{FF2B5EF4-FFF2-40B4-BE49-F238E27FC236}">
                <a16:creationId xmlns:a16="http://schemas.microsoft.com/office/drawing/2014/main" id="{6330753E-E042-CF45-95CF-2F97180FD9D4}"/>
              </a:ext>
            </a:extLst>
          </p:cNvPr>
          <p:cNvSpPr>
            <a:spLocks noGrp="1"/>
          </p:cNvSpPr>
          <p:nvPr>
            <p:ph type="body" sz="quarter" idx="31" hasCustomPrompt="1"/>
          </p:nvPr>
        </p:nvSpPr>
        <p:spPr>
          <a:xfrm>
            <a:off x="9822615" y="4254352"/>
            <a:ext cx="1835988" cy="285436"/>
          </a:xfrm>
        </p:spPr>
        <p:txBody>
          <a:bodyPr anchor="ctr">
            <a:normAutofit/>
          </a:bodyPr>
          <a:lstStyle>
            <a:lvl1pPr marL="0" indent="0" algn="ctr">
              <a:buNone/>
              <a:defRPr sz="1400" b="1"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Title</a:t>
            </a:r>
          </a:p>
        </p:txBody>
      </p:sp>
      <p:sp>
        <p:nvSpPr>
          <p:cNvPr id="72" name="Text Placeholder 7">
            <a:extLst>
              <a:ext uri="{FF2B5EF4-FFF2-40B4-BE49-F238E27FC236}">
                <a16:creationId xmlns:a16="http://schemas.microsoft.com/office/drawing/2014/main" id="{C2CD3CD8-8E82-4B42-A04F-CF2FC38CF99D}"/>
              </a:ext>
            </a:extLst>
          </p:cNvPr>
          <p:cNvSpPr>
            <a:spLocks noGrp="1"/>
          </p:cNvSpPr>
          <p:nvPr>
            <p:ph type="body" sz="quarter" idx="32" hasCustomPrompt="1"/>
          </p:nvPr>
        </p:nvSpPr>
        <p:spPr>
          <a:xfrm>
            <a:off x="9822615" y="4700243"/>
            <a:ext cx="1835988" cy="1478307"/>
          </a:xfrm>
        </p:spPr>
        <p:txBody>
          <a:bodyPr anchor="t">
            <a:normAutofit/>
          </a:bodyPr>
          <a:lstStyle>
            <a:lvl1pPr marL="0" indent="0" algn="ctr">
              <a:buNone/>
              <a:defRPr sz="1400" b="0" i="0">
                <a:solidFill>
                  <a:schemeClr val="tx2"/>
                </a:solidFill>
                <a:latin typeface="Arial" panose="020B0604020202020204" pitchFamily="34" charset="0"/>
              </a:defRPr>
            </a:lvl1pPr>
            <a:lvl2pPr marL="457178" indent="0">
              <a:buNone/>
              <a:defRPr/>
            </a:lvl2pPr>
            <a:lvl3pPr marL="914354" indent="0">
              <a:buNone/>
              <a:defRPr/>
            </a:lvl3pPr>
            <a:lvl4pPr marL="1371532" indent="0">
              <a:buNone/>
              <a:defRPr/>
            </a:lvl4pPr>
            <a:lvl5pPr marL="1828709" indent="0">
              <a:buNone/>
              <a:defRPr/>
            </a:lvl5pPr>
          </a:lstStyle>
          <a:p>
            <a:pPr lvl="0"/>
            <a:r>
              <a:rPr lang="en-US"/>
              <a:t>Description</a:t>
            </a:r>
          </a:p>
        </p:txBody>
      </p:sp>
      <p:cxnSp>
        <p:nvCxnSpPr>
          <p:cNvPr id="73" name="Straight Connector 72">
            <a:extLst>
              <a:ext uri="{FF2B5EF4-FFF2-40B4-BE49-F238E27FC236}">
                <a16:creationId xmlns:a16="http://schemas.microsoft.com/office/drawing/2014/main" id="{7520B97F-95CE-E54A-B092-ED9F885DD00B}"/>
              </a:ext>
            </a:extLst>
          </p:cNvPr>
          <p:cNvCxnSpPr>
            <a:cxnSpLocks/>
          </p:cNvCxnSpPr>
          <p:nvPr userDrawn="1"/>
        </p:nvCxnSpPr>
        <p:spPr>
          <a:xfrm flipH="1">
            <a:off x="10238436" y="3734640"/>
            <a:ext cx="100434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34" name="Picture 33"/>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4061801224"/>
      </p:ext>
    </p:extLst>
  </p:cSld>
  <p:clrMapOvr>
    <a:masterClrMapping/>
  </p:clrMapOvr>
  <p:extLst>
    <p:ext uri="{DCECCB84-F9BA-43D5-87BE-67443E8EF086}">
      <p15:sldGuideLst xmlns:p15="http://schemas.microsoft.com/office/powerpoint/2012/main">
        <p15:guide id="1" pos="3840">
          <p15:clr>
            <a:srgbClr val="FBAE40"/>
          </p15:clr>
        </p15:guide>
        <p15:guide id="2" orient="horz" pos="2355">
          <p15:clr>
            <a:srgbClr val="FBAE40"/>
          </p15:clr>
        </p15:guide>
        <p15:guide id="3" orient="horz" pos="2431">
          <p15:clr>
            <a:srgbClr val="FBAE40"/>
          </p15:clr>
        </p15:guide>
        <p15:guide id="4" orient="horz" pos="3947">
          <p15:clr>
            <a:srgbClr val="FBAE40"/>
          </p15:clr>
        </p15:guide>
        <p15:guide id="5" orient="horz" pos="4252">
          <p15:clr>
            <a:srgbClr val="FBAE40"/>
          </p15:clr>
        </p15:guide>
        <p15:guide id="6" orient="horz" pos="1135">
          <p15:clr>
            <a:srgbClr val="FBAE40"/>
          </p15:clr>
        </p15:guide>
        <p15:guide id="7" pos="339">
          <p15:clr>
            <a:srgbClr val="FBAE40"/>
          </p15:clr>
        </p15:guide>
        <p15:guide id="8" pos="7344">
          <p15:clr>
            <a:srgbClr val="FBAE40"/>
          </p15:clr>
        </p15:guide>
        <p15:guide id="9" pos="7159">
          <p15:clr>
            <a:srgbClr val="FBAE40"/>
          </p15:clr>
        </p15:guide>
        <p15:guide id="10" pos="6184">
          <p15:clr>
            <a:srgbClr val="FBAE40"/>
          </p15:clr>
        </p15:guide>
        <p15:guide id="11" pos="1499">
          <p15:clr>
            <a:srgbClr val="FBAE40"/>
          </p15:clr>
        </p15:guide>
        <p15:guide id="12" pos="1804">
          <p15:clr>
            <a:srgbClr val="FBAE40"/>
          </p15:clr>
        </p15:guide>
        <p15:guide id="13" pos="2956">
          <p15:clr>
            <a:srgbClr val="FBAE40"/>
          </p15:clr>
        </p15:guide>
        <p15:guide id="14" pos="3261">
          <p15:clr>
            <a:srgbClr val="FBAE40"/>
          </p15:clr>
        </p15:guide>
        <p15:guide id="15" pos="4423">
          <p15:clr>
            <a:srgbClr val="FBAE40"/>
          </p15:clr>
        </p15:guide>
        <p15:guide id="16" pos="4727">
          <p15:clr>
            <a:srgbClr val="FBAE40"/>
          </p15:clr>
        </p15:guide>
        <p15:guide id="17" pos="5879">
          <p15:clr>
            <a:srgbClr val="FBAE40"/>
          </p15:clr>
        </p15:guide>
        <p15:guide id="18" pos="7039">
          <p15:clr>
            <a:srgbClr val="FBAE40"/>
          </p15:clr>
        </p15:guide>
        <p15:guide id="19" orient="horz" pos="43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and Table – Option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609599" y="476722"/>
            <a:ext cx="10563225"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Text and Table – Option 1</a:t>
            </a:r>
          </a:p>
        </p:txBody>
      </p: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6BF1EF8E-DA0B-704D-8521-ABAD7DBCCC90}"/>
              </a:ext>
            </a:extLst>
          </p:cNvPr>
          <p:cNvSpPr>
            <a:spLocks noGrp="1"/>
          </p:cNvSpPr>
          <p:nvPr>
            <p:ph type="tbl" sz="quarter" idx="10"/>
          </p:nvPr>
        </p:nvSpPr>
        <p:spPr>
          <a:xfrm>
            <a:off x="609599" y="1660419"/>
            <a:ext cx="6536315" cy="4360208"/>
          </a:xfrm>
        </p:spPr>
        <p:txBody>
          <a:bodyPr/>
          <a:lstStyle>
            <a:lvl1pPr marL="0" indent="0" algn="ctr">
              <a:buNone/>
              <a:defRPr b="0" i="0">
                <a:latin typeface="Arial" panose="020B0604020202020204" pitchFamily="34" charset="0"/>
              </a:defRPr>
            </a:lvl1pPr>
          </a:lstStyle>
          <a:p>
            <a:r>
              <a:rPr lang="en-US"/>
              <a:t>Click icon to add table</a:t>
            </a:r>
          </a:p>
        </p:txBody>
      </p:sp>
      <p:sp>
        <p:nvSpPr>
          <p:cNvPr id="11" name="Content Placeholder 2">
            <a:extLst>
              <a:ext uri="{FF2B5EF4-FFF2-40B4-BE49-F238E27FC236}">
                <a16:creationId xmlns:a16="http://schemas.microsoft.com/office/drawing/2014/main" id="{2E85957F-ACA5-D748-A069-E71676AF8CC2}"/>
              </a:ext>
            </a:extLst>
          </p:cNvPr>
          <p:cNvSpPr>
            <a:spLocks noGrp="1"/>
          </p:cNvSpPr>
          <p:nvPr>
            <p:ph idx="13"/>
          </p:nvPr>
        </p:nvSpPr>
        <p:spPr>
          <a:xfrm>
            <a:off x="7553550" y="1595976"/>
            <a:ext cx="3867331" cy="4351338"/>
          </a:xfrm>
        </p:spPr>
        <p:txBody>
          <a:bodyPr/>
          <a:lstStyle>
            <a:lvl1pPr>
              <a:lnSpc>
                <a:spcPct val="100000"/>
              </a:lnSpc>
              <a:defRPr b="0" i="0">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0">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Box 14">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3" name="Picture 12"/>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645420185"/>
      </p:ext>
    </p:extLst>
  </p:cSld>
  <p:clrMapOvr>
    <a:masterClrMapping/>
  </p:clrMapOvr>
  <p:extLst>
    <p:ext uri="{DCECCB84-F9BA-43D5-87BE-67443E8EF086}">
      <p15:sldGuideLst xmlns:p15="http://schemas.microsoft.com/office/powerpoint/2012/main">
        <p15:guide id="1" orient="horz" pos="3780">
          <p15:clr>
            <a:srgbClr val="FBAE40"/>
          </p15:clr>
        </p15:guide>
        <p15:guide id="2" orient="horz" pos="1033">
          <p15:clr>
            <a:srgbClr val="FBAE40"/>
          </p15:clr>
        </p15:guide>
        <p15:guide id="3" orient="horz" pos="4252">
          <p15:clr>
            <a:srgbClr val="FBAE40"/>
          </p15:clr>
        </p15:guide>
        <p15:guide id="4" pos="339">
          <p15:clr>
            <a:srgbClr val="FBAE40"/>
          </p15:clr>
        </p15:guide>
        <p15:guide id="5" pos="7159">
          <p15:clr>
            <a:srgbClr val="FBAE40"/>
          </p15:clr>
        </p15:guide>
        <p15:guide id="6" pos="7344">
          <p15:clr>
            <a:srgbClr val="FBAE40"/>
          </p15:clr>
        </p15:guide>
        <p15:guide id="7" pos="7039">
          <p15:clr>
            <a:srgbClr val="FBAE40"/>
          </p15:clr>
        </p15:guide>
        <p15:guide id="8" pos="4684">
          <p15:clr>
            <a:srgbClr val="FBAE40"/>
          </p15:clr>
        </p15:guide>
        <p15:guide id="9" pos="4904">
          <p15:clr>
            <a:srgbClr val="FBAE40"/>
          </p15:clr>
        </p15:guide>
        <p15:guide id="10" orient="horz" pos="43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Table - 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609599" y="476722"/>
            <a:ext cx="10563225"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Text and Table – Option 2</a:t>
            </a:r>
          </a:p>
        </p:txBody>
      </p: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6BF1EF8E-DA0B-704D-8521-ABAD7DBCCC90}"/>
              </a:ext>
            </a:extLst>
          </p:cNvPr>
          <p:cNvSpPr>
            <a:spLocks noGrp="1"/>
          </p:cNvSpPr>
          <p:nvPr>
            <p:ph type="tbl" sz="quarter" idx="10"/>
          </p:nvPr>
        </p:nvSpPr>
        <p:spPr>
          <a:xfrm>
            <a:off x="4754077" y="1645670"/>
            <a:ext cx="6868771" cy="4351336"/>
          </a:xfrm>
        </p:spPr>
        <p:txBody>
          <a:bodyPr/>
          <a:lstStyle>
            <a:lvl1pPr marL="0" indent="0" algn="ctr">
              <a:buNone/>
              <a:defRPr b="0" i="0">
                <a:latin typeface="Arial" panose="020B0604020202020204" pitchFamily="34" charset="0"/>
              </a:defRPr>
            </a:lvl1pPr>
          </a:lstStyle>
          <a:p>
            <a:r>
              <a:rPr lang="en-US"/>
              <a:t>Click icon to add table</a:t>
            </a:r>
          </a:p>
        </p:txBody>
      </p:sp>
      <p:sp>
        <p:nvSpPr>
          <p:cNvPr id="10" name="Content Placeholder 2">
            <a:extLst>
              <a:ext uri="{FF2B5EF4-FFF2-40B4-BE49-F238E27FC236}">
                <a16:creationId xmlns:a16="http://schemas.microsoft.com/office/drawing/2014/main" id="{466175A9-EBE4-6C48-969F-5E952C87697B}"/>
              </a:ext>
            </a:extLst>
          </p:cNvPr>
          <p:cNvSpPr>
            <a:spLocks noGrp="1"/>
          </p:cNvSpPr>
          <p:nvPr>
            <p:ph idx="14"/>
          </p:nvPr>
        </p:nvSpPr>
        <p:spPr>
          <a:xfrm>
            <a:off x="609599" y="1645670"/>
            <a:ext cx="3790313" cy="4351338"/>
          </a:xfrm>
        </p:spPr>
        <p:txBody>
          <a:bodyPr wrap="square" lIns="0" tIns="0" rIns="0" anchor="t" anchorCtr="0">
            <a:normAutofit/>
          </a:bodyPr>
          <a:lstStyle>
            <a:lvl1pPr>
              <a:lnSpc>
                <a:spcPct val="100000"/>
              </a:lnSpc>
              <a:spcBef>
                <a:spcPts val="0"/>
              </a:spcBef>
              <a:defRPr b="0" i="0">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0">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sp>
        <p:nvSpPr>
          <p:cNvPr id="16" name="Footer Placeholder 1"/>
          <p:cNvSpPr>
            <a:spLocks noGrp="1"/>
          </p:cNvSpPr>
          <p:nvPr>
            <p:ph type="ftr" sz="quarter" idx="15"/>
          </p:nvPr>
        </p:nvSpPr>
        <p:spPr>
          <a:xfrm>
            <a:off x="3751383" y="6502713"/>
            <a:ext cx="6471140" cy="208250"/>
          </a:xfrm>
          <a:prstGeom prst="rect">
            <a:avLst/>
          </a:prstGeom>
        </p:spPr>
        <p:txBody>
          <a:bodyPr lIns="0" tIns="0" rIns="0" bIns="0" anchor="b"/>
          <a:lstStyle>
            <a:lvl1pPr algn="l">
              <a:defRPr sz="1000" b="0" i="0">
                <a:solidFill>
                  <a:schemeClr val="bg1"/>
                </a:solidFill>
                <a:latin typeface="Arial" panose="020B0604020202020204" pitchFamily="34" charset="0"/>
              </a:defRPr>
            </a:lvl1pPr>
          </a:lstStyle>
          <a:p>
            <a:endParaRPr lang="en-GB"/>
          </a:p>
        </p:txBody>
      </p:sp>
      <p:pic>
        <p:nvPicPr>
          <p:cNvPr id="13" name="Picture 12"/>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555710290"/>
      </p:ext>
    </p:extLst>
  </p:cSld>
  <p:clrMapOvr>
    <a:masterClrMapping/>
  </p:clrMapOvr>
  <p:extLst>
    <p:ext uri="{DCECCB84-F9BA-43D5-87BE-67443E8EF086}">
      <p15:sldGuideLst xmlns:p15="http://schemas.microsoft.com/office/powerpoint/2012/main">
        <p15:guide id="1" orient="horz" pos="1033">
          <p15:clr>
            <a:srgbClr val="FBAE40"/>
          </p15:clr>
        </p15:guide>
        <p15:guide id="2" pos="7159">
          <p15:clr>
            <a:srgbClr val="FBAE40"/>
          </p15:clr>
        </p15:guide>
        <p15:guide id="3" orient="horz" pos="4252">
          <p15:clr>
            <a:srgbClr val="FBAE40"/>
          </p15:clr>
        </p15:guide>
        <p15:guide id="4" orient="horz" pos="432">
          <p15:clr>
            <a:srgbClr val="FBAE40"/>
          </p15:clr>
        </p15:guide>
        <p15:guide id="5" orient="horz" pos="3778">
          <p15:clr>
            <a:srgbClr val="FBAE40"/>
          </p15:clr>
        </p15:guide>
        <p15:guide id="6" pos="339">
          <p15:clr>
            <a:srgbClr val="FBAE40"/>
          </p15:clr>
        </p15:guide>
        <p15:guide id="7" pos="2771">
          <p15:clr>
            <a:srgbClr val="FBAE40"/>
          </p15:clr>
        </p15:guide>
        <p15:guide id="8" pos="2999">
          <p15:clr>
            <a:srgbClr val="FBAE40"/>
          </p15:clr>
        </p15:guide>
        <p15:guide id="9" pos="7039">
          <p15:clr>
            <a:srgbClr val="FBAE40"/>
          </p15:clr>
        </p15:guide>
        <p15:guide id="10" pos="731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and Table – Option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619125" y="476722"/>
            <a:ext cx="10553699"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Text and Table – Option 3</a:t>
            </a:r>
          </a:p>
        </p:txBody>
      </p: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2E85957F-ACA5-D748-A069-E71676AF8CC2}"/>
              </a:ext>
            </a:extLst>
          </p:cNvPr>
          <p:cNvSpPr>
            <a:spLocks noGrp="1"/>
          </p:cNvSpPr>
          <p:nvPr>
            <p:ph idx="13"/>
          </p:nvPr>
        </p:nvSpPr>
        <p:spPr>
          <a:xfrm>
            <a:off x="9020441" y="1645670"/>
            <a:ext cx="2638983" cy="4351338"/>
          </a:xfrm>
        </p:spPr>
        <p:txBody>
          <a:bodyPr/>
          <a:lstStyle>
            <a:lvl1pPr>
              <a:lnSpc>
                <a:spcPct val="100000"/>
              </a:lnSpc>
              <a:defRPr b="0" i="0">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0">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able Placeholder 2">
            <a:extLst>
              <a:ext uri="{FF2B5EF4-FFF2-40B4-BE49-F238E27FC236}">
                <a16:creationId xmlns:a16="http://schemas.microsoft.com/office/drawing/2014/main" id="{6BF1EF8E-DA0B-704D-8521-ABAD7DBCCC90}"/>
              </a:ext>
            </a:extLst>
          </p:cNvPr>
          <p:cNvSpPr>
            <a:spLocks noGrp="1"/>
          </p:cNvSpPr>
          <p:nvPr>
            <p:ph type="tbl" sz="quarter" idx="16" hasCustomPrompt="1"/>
          </p:nvPr>
        </p:nvSpPr>
        <p:spPr>
          <a:xfrm>
            <a:off x="4776509" y="1645672"/>
            <a:ext cx="3877795" cy="4351337"/>
          </a:xfrm>
        </p:spPr>
        <p:txBody>
          <a:bodyPr/>
          <a:lstStyle>
            <a:lvl1pPr marL="0" indent="0" algn="ctr">
              <a:buNone/>
              <a:defRPr b="0" i="0">
                <a:latin typeface="Arial" panose="020B0604020202020204" pitchFamily="34" charset="0"/>
              </a:defRPr>
            </a:lvl1pPr>
          </a:lstStyle>
          <a:p>
            <a:r>
              <a:rPr lang="en-US"/>
              <a:t>Click icon to add table2</a:t>
            </a:r>
          </a:p>
        </p:txBody>
      </p:sp>
      <p:sp>
        <p:nvSpPr>
          <p:cNvPr id="17" name="Table Placeholder 2">
            <a:extLst>
              <a:ext uri="{FF2B5EF4-FFF2-40B4-BE49-F238E27FC236}">
                <a16:creationId xmlns:a16="http://schemas.microsoft.com/office/drawing/2014/main" id="{6BF1EF8E-DA0B-704D-8521-ABAD7DBCCC90}"/>
              </a:ext>
            </a:extLst>
          </p:cNvPr>
          <p:cNvSpPr>
            <a:spLocks noGrp="1"/>
          </p:cNvSpPr>
          <p:nvPr>
            <p:ph type="tbl" sz="quarter" idx="10"/>
          </p:nvPr>
        </p:nvSpPr>
        <p:spPr>
          <a:xfrm>
            <a:off x="619125" y="1645672"/>
            <a:ext cx="3791251" cy="4351337"/>
          </a:xfrm>
        </p:spPr>
        <p:txBody>
          <a:bodyPr/>
          <a:lstStyle>
            <a:lvl1pPr marL="0" indent="0" algn="ctr">
              <a:buNone/>
              <a:defRPr b="0" i="0">
                <a:latin typeface="Arial" panose="020B0604020202020204" pitchFamily="34" charset="0"/>
              </a:defRPr>
            </a:lvl1pPr>
          </a:lstStyle>
          <a:p>
            <a:r>
              <a:rPr lang="en-US"/>
              <a:t>Click icon to add table</a:t>
            </a:r>
          </a:p>
        </p:txBody>
      </p:sp>
      <p:sp>
        <p:nvSpPr>
          <p:cNvPr id="15" name="TextBox 14">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sp>
        <p:nvSpPr>
          <p:cNvPr id="19" name="Footer Placeholder 1"/>
          <p:cNvSpPr>
            <a:spLocks noGrp="1"/>
          </p:cNvSpPr>
          <p:nvPr>
            <p:ph type="ftr" sz="quarter" idx="17"/>
          </p:nvPr>
        </p:nvSpPr>
        <p:spPr>
          <a:xfrm>
            <a:off x="3751383" y="6502713"/>
            <a:ext cx="6471140" cy="208250"/>
          </a:xfrm>
          <a:prstGeom prst="rect">
            <a:avLst/>
          </a:prstGeom>
        </p:spPr>
        <p:txBody>
          <a:bodyPr lIns="0" tIns="0" rIns="0" bIns="0" anchor="b"/>
          <a:lstStyle>
            <a:lvl1pPr algn="l">
              <a:defRPr sz="1000" b="0" i="0">
                <a:solidFill>
                  <a:schemeClr val="bg1"/>
                </a:solidFill>
                <a:latin typeface="Arial" panose="020B0604020202020204" pitchFamily="34" charset="0"/>
              </a:defRPr>
            </a:lvl1pPr>
          </a:lstStyle>
          <a:p>
            <a:endParaRPr lang="en-GB"/>
          </a:p>
        </p:txBody>
      </p:sp>
      <p:pic>
        <p:nvPicPr>
          <p:cNvPr id="14" name="Picture 13"/>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657701575"/>
      </p:ext>
    </p:extLst>
  </p:cSld>
  <p:clrMapOvr>
    <a:masterClrMapping/>
  </p:clrMapOvr>
  <p:extLst>
    <p:ext uri="{DCECCB84-F9BA-43D5-87BE-67443E8EF086}">
      <p15:sldGuideLst xmlns:p15="http://schemas.microsoft.com/office/powerpoint/2012/main">
        <p15:guide id="1" pos="339">
          <p15:clr>
            <a:srgbClr val="FBAE40"/>
          </p15:clr>
        </p15:guide>
        <p15:guide id="2" orient="horz" pos="4252">
          <p15:clr>
            <a:srgbClr val="FBAE40"/>
          </p15:clr>
        </p15:guide>
        <p15:guide id="3" orient="horz" pos="432">
          <p15:clr>
            <a:srgbClr val="FBAE40"/>
          </p15:clr>
        </p15:guide>
        <p15:guide id="4" orient="horz" pos="3778">
          <p15:clr>
            <a:srgbClr val="FBAE40"/>
          </p15:clr>
        </p15:guide>
        <p15:guide id="5" orient="horz" pos="1033">
          <p15:clr>
            <a:srgbClr val="FBAE40"/>
          </p15:clr>
        </p15:guide>
        <p15:guide id="6" pos="7159">
          <p15:clr>
            <a:srgbClr val="FBAE40"/>
          </p15:clr>
        </p15:guide>
        <p15:guide id="7" pos="7039">
          <p15:clr>
            <a:srgbClr val="FBAE40"/>
          </p15:clr>
        </p15:guide>
        <p15:guide id="8" pos="7344">
          <p15:clr>
            <a:srgbClr val="FBAE40"/>
          </p15:clr>
        </p15:guide>
        <p15:guide id="9" pos="2779">
          <p15:clr>
            <a:srgbClr val="FBAE40"/>
          </p15:clr>
        </p15:guide>
        <p15:guide id="10" pos="3007">
          <p15:clr>
            <a:srgbClr val="FBAE40"/>
          </p15:clr>
        </p15:guide>
        <p15:guide id="11" pos="5455">
          <p15:clr>
            <a:srgbClr val="FBAE40"/>
          </p15:clr>
        </p15:guide>
        <p15:guide id="12" pos="568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with Text – Option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2E85957F-ACA5-D748-A069-E71676AF8CC2}"/>
              </a:ext>
            </a:extLst>
          </p:cNvPr>
          <p:cNvSpPr>
            <a:spLocks noGrp="1"/>
          </p:cNvSpPr>
          <p:nvPr>
            <p:ph idx="13"/>
          </p:nvPr>
        </p:nvSpPr>
        <p:spPr>
          <a:xfrm>
            <a:off x="7792089" y="1645670"/>
            <a:ext cx="3867331" cy="4351338"/>
          </a:xfrm>
        </p:spPr>
        <p:txBody>
          <a:bodyPr/>
          <a:lstStyle>
            <a:lvl1pPr>
              <a:lnSpc>
                <a:spcPct val="100000"/>
              </a:lnSpc>
              <a:defRPr b="0" i="0">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0">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a:extLst>
              <a:ext uri="{FF2B5EF4-FFF2-40B4-BE49-F238E27FC236}">
                <a16:creationId xmlns:a16="http://schemas.microsoft.com/office/drawing/2014/main" id="{B5C999E9-9675-E748-9B2F-5EC3E280027C}"/>
              </a:ext>
            </a:extLst>
          </p:cNvPr>
          <p:cNvSpPr>
            <a:spLocks noGrp="1"/>
          </p:cNvSpPr>
          <p:nvPr>
            <p:ph type="chart" sz="quarter" idx="14"/>
          </p:nvPr>
        </p:nvSpPr>
        <p:spPr>
          <a:xfrm>
            <a:off x="609603" y="1645672"/>
            <a:ext cx="6824542" cy="4351337"/>
          </a:xfrm>
        </p:spPr>
        <p:txBody>
          <a:bodyPr/>
          <a:lstStyle>
            <a:lvl1pPr>
              <a:defRPr b="0" i="0">
                <a:latin typeface="Arial" panose="020B0604020202020204" pitchFamily="34" charset="0"/>
              </a:defRPr>
            </a:lvl1pPr>
          </a:lstStyle>
          <a:p>
            <a:r>
              <a:rPr lang="en-US"/>
              <a:t>Click icon to add chart</a:t>
            </a:r>
          </a:p>
        </p:txBody>
      </p:sp>
      <p:sp>
        <p:nvSpPr>
          <p:cNvPr id="14"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609603" y="474011"/>
            <a:ext cx="10563222"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Chart with Text – Option 1</a:t>
            </a:r>
          </a:p>
        </p:txBody>
      </p:sp>
      <p:sp>
        <p:nvSpPr>
          <p:cNvPr id="13" name="TextBox 12">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1" name="Picture 10"/>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1776085564"/>
      </p:ext>
    </p:extLst>
  </p:cSld>
  <p:clrMapOvr>
    <a:masterClrMapping/>
  </p:clrMapOvr>
  <p:extLst>
    <p:ext uri="{DCECCB84-F9BA-43D5-87BE-67443E8EF086}">
      <p15:sldGuideLst xmlns:p15="http://schemas.microsoft.com/office/powerpoint/2012/main">
        <p15:guide id="1" pos="7159">
          <p15:clr>
            <a:srgbClr val="FBAE40"/>
          </p15:clr>
        </p15:guide>
        <p15:guide id="2" orient="horz" pos="4252">
          <p15:clr>
            <a:srgbClr val="FBAE40"/>
          </p15:clr>
        </p15:guide>
        <p15:guide id="3" pos="339">
          <p15:clr>
            <a:srgbClr val="FBAE40"/>
          </p15:clr>
        </p15:guide>
        <p15:guide id="4" orient="horz" pos="432">
          <p15:clr>
            <a:srgbClr val="FBAE40"/>
          </p15:clr>
        </p15:guide>
        <p15:guide id="5" pos="7039">
          <p15:clr>
            <a:srgbClr val="FBAE40"/>
          </p15:clr>
        </p15:guide>
        <p15:guide id="6" pos="7344">
          <p15:clr>
            <a:srgbClr val="FBAE40"/>
          </p15:clr>
        </p15:guide>
        <p15:guide id="7" pos="4684">
          <p15:clr>
            <a:srgbClr val="FBAE40"/>
          </p15:clr>
        </p15:guide>
        <p15:guide id="8" pos="4904">
          <p15:clr>
            <a:srgbClr val="FBAE40"/>
          </p15:clr>
        </p15:guide>
        <p15:guide id="9" orient="horz" pos="1033">
          <p15:clr>
            <a:srgbClr val="FBAE40"/>
          </p15:clr>
        </p15:guide>
        <p15:guide id="10" orient="horz" pos="377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with Text – 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66175A9-EBE4-6C48-969F-5E952C87697B}"/>
              </a:ext>
            </a:extLst>
          </p:cNvPr>
          <p:cNvSpPr>
            <a:spLocks noGrp="1"/>
          </p:cNvSpPr>
          <p:nvPr>
            <p:ph idx="13"/>
          </p:nvPr>
        </p:nvSpPr>
        <p:spPr>
          <a:xfrm>
            <a:off x="536359" y="1645670"/>
            <a:ext cx="3863553" cy="4351338"/>
          </a:xfrm>
        </p:spPr>
        <p:txBody>
          <a:bodyPr wrap="square" lIns="0" tIns="0" rIns="0" anchor="t" anchorCtr="0">
            <a:normAutofit/>
          </a:bodyPr>
          <a:lstStyle>
            <a:lvl1pPr>
              <a:lnSpc>
                <a:spcPct val="100000"/>
              </a:lnSpc>
              <a:spcBef>
                <a:spcPts val="0"/>
              </a:spcBef>
              <a:defRPr b="0" i="0">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0">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hart Placeholder 3">
            <a:extLst>
              <a:ext uri="{FF2B5EF4-FFF2-40B4-BE49-F238E27FC236}">
                <a16:creationId xmlns:a16="http://schemas.microsoft.com/office/drawing/2014/main" id="{96E531A0-92C3-364A-A62C-092C6DA655C8}"/>
              </a:ext>
            </a:extLst>
          </p:cNvPr>
          <p:cNvSpPr>
            <a:spLocks noGrp="1"/>
          </p:cNvSpPr>
          <p:nvPr>
            <p:ph type="chart" sz="quarter" idx="14"/>
          </p:nvPr>
        </p:nvSpPr>
        <p:spPr>
          <a:xfrm>
            <a:off x="4754076" y="1645672"/>
            <a:ext cx="6901565" cy="4351337"/>
          </a:xfrm>
        </p:spPr>
        <p:txBody>
          <a:bodyPr/>
          <a:lstStyle>
            <a:lvl1pPr>
              <a:defRPr b="0" i="0">
                <a:latin typeface="Arial" panose="020B0604020202020204" pitchFamily="34" charset="0"/>
              </a:defRPr>
            </a:lvl1pPr>
          </a:lstStyle>
          <a:p>
            <a:r>
              <a:rPr lang="en-US"/>
              <a:t>Click icon to add chart</a:t>
            </a:r>
          </a:p>
        </p:txBody>
      </p:sp>
      <p:sp>
        <p:nvSpPr>
          <p:cNvPr id="15"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8163" y="474011"/>
            <a:ext cx="10634662"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Chart with Text – Option 2</a:t>
            </a:r>
          </a:p>
        </p:txBody>
      </p:sp>
      <p:sp>
        <p:nvSpPr>
          <p:cNvPr id="13" name="TextBox 12">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4" name="Picture 13"/>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696794698"/>
      </p:ext>
    </p:extLst>
  </p:cSld>
  <p:clrMapOvr>
    <a:masterClrMapping/>
  </p:clrMapOvr>
  <p:extLst>
    <p:ext uri="{DCECCB84-F9BA-43D5-87BE-67443E8EF086}">
      <p15:sldGuideLst xmlns:p15="http://schemas.microsoft.com/office/powerpoint/2012/main">
        <p15:guide id="1" pos="339">
          <p15:clr>
            <a:srgbClr val="FBAE40"/>
          </p15:clr>
        </p15:guide>
        <p15:guide id="2" orient="horz" pos="4252">
          <p15:clr>
            <a:srgbClr val="FBAE40"/>
          </p15:clr>
        </p15:guide>
        <p15:guide id="3" pos="7039">
          <p15:clr>
            <a:srgbClr val="FBAE40"/>
          </p15:clr>
        </p15:guide>
        <p15:guide id="4" pos="7159">
          <p15:clr>
            <a:srgbClr val="FBAE40"/>
          </p15:clr>
        </p15:guide>
        <p15:guide id="5" pos="7344">
          <p15:clr>
            <a:srgbClr val="FBAE40"/>
          </p15:clr>
        </p15:guide>
        <p15:guide id="6" orient="horz" pos="3778">
          <p15:clr>
            <a:srgbClr val="FBAE40"/>
          </p15:clr>
        </p15:guide>
        <p15:guide id="7" orient="horz" pos="1033">
          <p15:clr>
            <a:srgbClr val="FBAE40"/>
          </p15:clr>
        </p15:guide>
        <p15:guide id="8" orient="horz" pos="432">
          <p15:clr>
            <a:srgbClr val="FBAE40"/>
          </p15:clr>
        </p15:guide>
        <p15:guide id="9" pos="2771">
          <p15:clr>
            <a:srgbClr val="FBAE40"/>
          </p15:clr>
        </p15:guide>
        <p15:guide id="10" pos="299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with Text – Option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2E85957F-ACA5-D748-A069-E71676AF8CC2}"/>
              </a:ext>
            </a:extLst>
          </p:cNvPr>
          <p:cNvSpPr>
            <a:spLocks noGrp="1"/>
          </p:cNvSpPr>
          <p:nvPr>
            <p:ph idx="13"/>
          </p:nvPr>
        </p:nvSpPr>
        <p:spPr>
          <a:xfrm>
            <a:off x="9020441" y="1645670"/>
            <a:ext cx="2638983" cy="4351338"/>
          </a:xfrm>
        </p:spPr>
        <p:txBody>
          <a:bodyPr/>
          <a:lstStyle>
            <a:lvl1pPr>
              <a:lnSpc>
                <a:spcPct val="100000"/>
              </a:lnSpc>
              <a:defRPr b="0" i="0">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0">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a:extLst>
              <a:ext uri="{FF2B5EF4-FFF2-40B4-BE49-F238E27FC236}">
                <a16:creationId xmlns:a16="http://schemas.microsoft.com/office/drawing/2014/main" id="{B5C999E9-9675-E748-9B2F-5EC3E280027C}"/>
              </a:ext>
            </a:extLst>
          </p:cNvPr>
          <p:cNvSpPr>
            <a:spLocks noGrp="1"/>
          </p:cNvSpPr>
          <p:nvPr>
            <p:ph type="chart" sz="quarter" idx="14"/>
          </p:nvPr>
        </p:nvSpPr>
        <p:spPr>
          <a:xfrm>
            <a:off x="532583" y="1645672"/>
            <a:ext cx="3877796" cy="4351337"/>
          </a:xfrm>
        </p:spPr>
        <p:txBody>
          <a:bodyPr/>
          <a:lstStyle>
            <a:lvl1pPr>
              <a:defRPr b="0" i="0">
                <a:latin typeface="Arial" panose="020B0604020202020204" pitchFamily="34" charset="0"/>
              </a:defRPr>
            </a:lvl1pPr>
          </a:lstStyle>
          <a:p>
            <a:r>
              <a:rPr lang="en-US"/>
              <a:t>Click icon to add chart</a:t>
            </a:r>
          </a:p>
        </p:txBody>
      </p:sp>
      <p:sp>
        <p:nvSpPr>
          <p:cNvPr id="10" name="Chart Placeholder 3">
            <a:extLst>
              <a:ext uri="{FF2B5EF4-FFF2-40B4-BE49-F238E27FC236}">
                <a16:creationId xmlns:a16="http://schemas.microsoft.com/office/drawing/2014/main" id="{374F2BC2-8C3A-6249-AB96-BD5ED2EEC092}"/>
              </a:ext>
            </a:extLst>
          </p:cNvPr>
          <p:cNvSpPr>
            <a:spLocks noGrp="1"/>
          </p:cNvSpPr>
          <p:nvPr>
            <p:ph type="chart" sz="quarter" idx="15"/>
          </p:nvPr>
        </p:nvSpPr>
        <p:spPr>
          <a:xfrm>
            <a:off x="4776511" y="1645672"/>
            <a:ext cx="3877796" cy="4351337"/>
          </a:xfrm>
        </p:spPr>
        <p:txBody>
          <a:bodyPr/>
          <a:lstStyle>
            <a:lvl1pPr>
              <a:defRPr b="0" i="0">
                <a:latin typeface="Arial" panose="020B0604020202020204" pitchFamily="34" charset="0"/>
              </a:defRPr>
            </a:lvl1pPr>
          </a:lstStyle>
          <a:p>
            <a:r>
              <a:rPr lang="en-US"/>
              <a:t>Click icon to add chart</a:t>
            </a:r>
          </a:p>
        </p:txBody>
      </p:sp>
      <p:sp>
        <p:nvSpPr>
          <p:cNvPr id="14"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2580" y="474011"/>
            <a:ext cx="10640245"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Chart with Text – Option 3</a:t>
            </a:r>
          </a:p>
        </p:txBody>
      </p:sp>
      <p:sp>
        <p:nvSpPr>
          <p:cNvPr id="15" name="TextBox 14">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13" name="Picture 12"/>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1789994239"/>
      </p:ext>
    </p:extLst>
  </p:cSld>
  <p:clrMapOvr>
    <a:masterClrMapping/>
  </p:clrMapOvr>
  <p:extLst>
    <p:ext uri="{DCECCB84-F9BA-43D5-87BE-67443E8EF086}">
      <p15:sldGuideLst xmlns:p15="http://schemas.microsoft.com/office/powerpoint/2012/main">
        <p15:guide id="1" pos="339">
          <p15:clr>
            <a:srgbClr val="FBAE40"/>
          </p15:clr>
        </p15:guide>
        <p15:guide id="2" orient="horz" pos="4252">
          <p15:clr>
            <a:srgbClr val="FBAE40"/>
          </p15:clr>
        </p15:guide>
        <p15:guide id="3" pos="7159">
          <p15:clr>
            <a:srgbClr val="FBAE40"/>
          </p15:clr>
        </p15:guide>
        <p15:guide id="4" pos="7039">
          <p15:clr>
            <a:srgbClr val="FBAE40"/>
          </p15:clr>
        </p15:guide>
        <p15:guide id="5" pos="7344">
          <p15:clr>
            <a:srgbClr val="FBAE40"/>
          </p15:clr>
        </p15:guide>
        <p15:guide id="6" orient="horz" pos="3778">
          <p15:clr>
            <a:srgbClr val="FBAE40"/>
          </p15:clr>
        </p15:guide>
        <p15:guide id="7" orient="horz" pos="1033">
          <p15:clr>
            <a:srgbClr val="FBAE40"/>
          </p15:clr>
        </p15:guide>
        <p15:guide id="8" orient="horz" pos="432">
          <p15:clr>
            <a:srgbClr val="FBAE40"/>
          </p15:clr>
        </p15:guide>
        <p15:guide id="9" pos="2779">
          <p15:clr>
            <a:srgbClr val="FBAE40"/>
          </p15:clr>
        </p15:guide>
        <p15:guide id="10" pos="3007">
          <p15:clr>
            <a:srgbClr val="FBAE40"/>
          </p15:clr>
        </p15:guide>
        <p15:guide id="11" pos="5455">
          <p15:clr>
            <a:srgbClr val="FBAE40"/>
          </p15:clr>
        </p15:guide>
        <p15:guide id="12" pos="56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WOT Analysi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1" y="476722"/>
            <a:ext cx="10636464"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Four Column Analysis - Vertical</a:t>
            </a:r>
          </a:p>
        </p:txBody>
      </p: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 Placeholder 2">
            <a:extLst>
              <a:ext uri="{FF2B5EF4-FFF2-40B4-BE49-F238E27FC236}">
                <a16:creationId xmlns:a16="http://schemas.microsoft.com/office/drawing/2014/main" id="{3B89F8E2-B64D-AC49-A8DD-AF613312CED2}"/>
              </a:ext>
            </a:extLst>
          </p:cNvPr>
          <p:cNvSpPr>
            <a:spLocks noGrp="1"/>
          </p:cNvSpPr>
          <p:nvPr>
            <p:ph type="body" sz="quarter" idx="14"/>
          </p:nvPr>
        </p:nvSpPr>
        <p:spPr>
          <a:xfrm>
            <a:off x="557927" y="2873929"/>
            <a:ext cx="2358264" cy="3123646"/>
          </a:xfrm>
        </p:spPr>
        <p:txBody>
          <a:bodyPr>
            <a:normAutofit/>
          </a:bodyPr>
          <a:lstStyle>
            <a:lvl1pPr marL="0" indent="0" algn="l">
              <a:buNone/>
              <a:defRPr sz="20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2">
            <a:extLst>
              <a:ext uri="{FF2B5EF4-FFF2-40B4-BE49-F238E27FC236}">
                <a16:creationId xmlns:a16="http://schemas.microsoft.com/office/drawing/2014/main" id="{06178C06-CDE8-6B4D-AE79-44B6A32FB8EE}"/>
              </a:ext>
            </a:extLst>
          </p:cNvPr>
          <p:cNvSpPr>
            <a:spLocks noGrp="1"/>
          </p:cNvSpPr>
          <p:nvPr>
            <p:ph type="body" sz="quarter" idx="15"/>
          </p:nvPr>
        </p:nvSpPr>
        <p:spPr>
          <a:xfrm>
            <a:off x="3471073" y="2873929"/>
            <a:ext cx="2358267" cy="3123646"/>
          </a:xfrm>
        </p:spPr>
        <p:txBody>
          <a:bodyPr>
            <a:normAutofit/>
          </a:bodyPr>
          <a:lstStyle>
            <a:lvl1pPr marL="0" indent="0" algn="l">
              <a:buNone/>
              <a:defRPr sz="20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4" name="Text Placeholder 2">
            <a:extLst>
              <a:ext uri="{FF2B5EF4-FFF2-40B4-BE49-F238E27FC236}">
                <a16:creationId xmlns:a16="http://schemas.microsoft.com/office/drawing/2014/main" id="{B91553AF-8C1F-B344-9898-52841A7BB9AA}"/>
              </a:ext>
            </a:extLst>
          </p:cNvPr>
          <p:cNvSpPr>
            <a:spLocks noGrp="1"/>
          </p:cNvSpPr>
          <p:nvPr>
            <p:ph type="body" sz="quarter" idx="16"/>
          </p:nvPr>
        </p:nvSpPr>
        <p:spPr>
          <a:xfrm>
            <a:off x="6384221" y="2873929"/>
            <a:ext cx="2358267" cy="3123646"/>
          </a:xfrm>
        </p:spPr>
        <p:txBody>
          <a:bodyPr>
            <a:normAutofit/>
          </a:bodyPr>
          <a:lstStyle>
            <a:lvl1pPr marL="0" indent="0" algn="l">
              <a:buNone/>
              <a:defRPr sz="20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5" name="Text Placeholder 2">
            <a:extLst>
              <a:ext uri="{FF2B5EF4-FFF2-40B4-BE49-F238E27FC236}">
                <a16:creationId xmlns:a16="http://schemas.microsoft.com/office/drawing/2014/main" id="{ACDFF35E-9476-0E4E-93EF-E59390DAF589}"/>
              </a:ext>
            </a:extLst>
          </p:cNvPr>
          <p:cNvSpPr>
            <a:spLocks noGrp="1"/>
          </p:cNvSpPr>
          <p:nvPr>
            <p:ph type="body" sz="quarter" idx="17"/>
          </p:nvPr>
        </p:nvSpPr>
        <p:spPr>
          <a:xfrm>
            <a:off x="9297372" y="2878143"/>
            <a:ext cx="2358269" cy="3119437"/>
          </a:xfrm>
        </p:spPr>
        <p:txBody>
          <a:bodyPr>
            <a:normAutofit/>
          </a:bodyPr>
          <a:lstStyle>
            <a:lvl1pPr marL="0" indent="0" algn="l">
              <a:buNone/>
              <a:defRPr sz="20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2">
            <a:extLst>
              <a:ext uri="{FF2B5EF4-FFF2-40B4-BE49-F238E27FC236}">
                <a16:creationId xmlns:a16="http://schemas.microsoft.com/office/drawing/2014/main" id="{86601CF6-624C-4A4E-B63C-0AB8AD4B0D8B}"/>
              </a:ext>
            </a:extLst>
          </p:cNvPr>
          <p:cNvSpPr>
            <a:spLocks noGrp="1"/>
          </p:cNvSpPr>
          <p:nvPr>
            <p:ph type="body" sz="quarter" idx="18"/>
          </p:nvPr>
        </p:nvSpPr>
        <p:spPr>
          <a:xfrm>
            <a:off x="557927" y="1985741"/>
            <a:ext cx="2358268" cy="614904"/>
          </a:xfrm>
        </p:spPr>
        <p:txBody>
          <a:bodyPr>
            <a:noAutofit/>
          </a:bodyPr>
          <a:lstStyle>
            <a:lvl1pPr marL="0" indent="0" algn="l">
              <a:buNone/>
              <a:defRPr sz="26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7" name="Text Placeholder 2">
            <a:extLst>
              <a:ext uri="{FF2B5EF4-FFF2-40B4-BE49-F238E27FC236}">
                <a16:creationId xmlns:a16="http://schemas.microsoft.com/office/drawing/2014/main" id="{C6B470C7-D692-C244-8ADA-5E6292A32A41}"/>
              </a:ext>
            </a:extLst>
          </p:cNvPr>
          <p:cNvSpPr>
            <a:spLocks noGrp="1"/>
          </p:cNvSpPr>
          <p:nvPr>
            <p:ph type="body" sz="quarter" idx="19"/>
          </p:nvPr>
        </p:nvSpPr>
        <p:spPr>
          <a:xfrm>
            <a:off x="3465419" y="1985741"/>
            <a:ext cx="2358268" cy="614904"/>
          </a:xfrm>
        </p:spPr>
        <p:txBody>
          <a:bodyPr>
            <a:noAutofit/>
          </a:bodyPr>
          <a:lstStyle>
            <a:lvl1pPr marL="0" indent="0" algn="l">
              <a:buNone/>
              <a:defRPr sz="26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8" name="Text Placeholder 2">
            <a:extLst>
              <a:ext uri="{FF2B5EF4-FFF2-40B4-BE49-F238E27FC236}">
                <a16:creationId xmlns:a16="http://schemas.microsoft.com/office/drawing/2014/main" id="{1F46D524-4125-844F-9646-96AC9FC2EEED}"/>
              </a:ext>
            </a:extLst>
          </p:cNvPr>
          <p:cNvSpPr>
            <a:spLocks noGrp="1"/>
          </p:cNvSpPr>
          <p:nvPr>
            <p:ph type="body" sz="quarter" idx="20"/>
          </p:nvPr>
        </p:nvSpPr>
        <p:spPr>
          <a:xfrm>
            <a:off x="6372911" y="1990853"/>
            <a:ext cx="2358268" cy="604710"/>
          </a:xfrm>
        </p:spPr>
        <p:txBody>
          <a:bodyPr>
            <a:noAutofit/>
          </a:bodyPr>
          <a:lstStyle>
            <a:lvl1pPr marL="0" indent="0" algn="l">
              <a:buNone/>
              <a:defRPr sz="26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34" name="Text Placeholder 2">
            <a:extLst>
              <a:ext uri="{FF2B5EF4-FFF2-40B4-BE49-F238E27FC236}">
                <a16:creationId xmlns:a16="http://schemas.microsoft.com/office/drawing/2014/main" id="{369B9DF6-3D13-AC41-AF63-DFE23883004C}"/>
              </a:ext>
            </a:extLst>
          </p:cNvPr>
          <p:cNvSpPr>
            <a:spLocks noGrp="1"/>
          </p:cNvSpPr>
          <p:nvPr>
            <p:ph type="body" sz="quarter" idx="21"/>
          </p:nvPr>
        </p:nvSpPr>
        <p:spPr>
          <a:xfrm>
            <a:off x="9280402" y="1988619"/>
            <a:ext cx="2378201" cy="606944"/>
          </a:xfrm>
        </p:spPr>
        <p:txBody>
          <a:bodyPr>
            <a:noAutofit/>
          </a:bodyPr>
          <a:lstStyle>
            <a:lvl1pPr marL="0" indent="0" algn="l">
              <a:buNone/>
              <a:defRPr sz="26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cxnSp>
        <p:nvCxnSpPr>
          <p:cNvPr id="35" name="Straight Connector 34">
            <a:extLst>
              <a:ext uri="{FF2B5EF4-FFF2-40B4-BE49-F238E27FC236}">
                <a16:creationId xmlns:a16="http://schemas.microsoft.com/office/drawing/2014/main" id="{064D14FE-F0EC-9E45-8211-8AECE22E1CC0}"/>
              </a:ext>
            </a:extLst>
          </p:cNvPr>
          <p:cNvCxnSpPr>
            <a:cxnSpLocks/>
          </p:cNvCxnSpPr>
          <p:nvPr userDrawn="1"/>
        </p:nvCxnSpPr>
        <p:spPr>
          <a:xfrm>
            <a:off x="3201425" y="1985741"/>
            <a:ext cx="0" cy="401183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1CF75A2-1D3C-6246-B540-552A648A25F4}"/>
              </a:ext>
            </a:extLst>
          </p:cNvPr>
          <p:cNvCxnSpPr>
            <a:cxnSpLocks/>
          </p:cNvCxnSpPr>
          <p:nvPr userDrawn="1"/>
        </p:nvCxnSpPr>
        <p:spPr>
          <a:xfrm>
            <a:off x="6096000" y="1985741"/>
            <a:ext cx="8965" cy="401183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07EAF87-CC91-2A47-8A15-27762B512FBF}"/>
              </a:ext>
            </a:extLst>
          </p:cNvPr>
          <p:cNvCxnSpPr>
            <a:cxnSpLocks/>
          </p:cNvCxnSpPr>
          <p:nvPr userDrawn="1"/>
        </p:nvCxnSpPr>
        <p:spPr>
          <a:xfrm>
            <a:off x="9005224" y="1985741"/>
            <a:ext cx="0" cy="401183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20" name="Picture 19"/>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1000461375"/>
      </p:ext>
    </p:extLst>
  </p:cSld>
  <p:clrMapOvr>
    <a:masterClrMapping/>
  </p:clrMapOvr>
  <p:extLst>
    <p:ext uri="{DCECCB84-F9BA-43D5-87BE-67443E8EF086}">
      <p15:sldGuideLst xmlns:p15="http://schemas.microsoft.com/office/powerpoint/2012/main">
        <p15:guide id="1" pos="4015">
          <p15:clr>
            <a:srgbClr val="FBAE40"/>
          </p15:clr>
        </p15:guide>
        <p15:guide id="2" orient="horz" pos="1813">
          <p15:clr>
            <a:srgbClr val="FBAE40"/>
          </p15:clr>
        </p15:guide>
        <p15:guide id="3" pos="339">
          <p15:clr>
            <a:srgbClr val="FBAE40"/>
          </p15:clr>
        </p15:guide>
        <p15:guide id="4" pos="7159">
          <p15:clr>
            <a:srgbClr val="FBAE40"/>
          </p15:clr>
        </p15:guide>
        <p15:guide id="5" pos="7039">
          <p15:clr>
            <a:srgbClr val="FBAE40"/>
          </p15:clr>
        </p15:guide>
        <p15:guide id="6" pos="7344">
          <p15:clr>
            <a:srgbClr val="FBAE40"/>
          </p15:clr>
        </p15:guide>
        <p15:guide id="7" orient="horz" pos="432">
          <p15:clr>
            <a:srgbClr val="FBAE40"/>
          </p15:clr>
        </p15:guide>
        <p15:guide id="9" orient="horz" pos="3778">
          <p15:clr>
            <a:srgbClr val="FBAE40"/>
          </p15:clr>
        </p15:guide>
        <p15:guide id="10" orient="horz" pos="1635">
          <p15:clr>
            <a:srgbClr val="FBAE40"/>
          </p15:clr>
        </p15:guide>
        <p15:guide id="11" orient="horz" pos="1254">
          <p15:clr>
            <a:srgbClr val="FBAE40"/>
          </p15:clr>
        </p15:guide>
        <p15:guide id="12" orient="horz" pos="4252">
          <p15:clr>
            <a:srgbClr val="FBAE40"/>
          </p15:clr>
        </p15:guide>
        <p15:guide id="13" pos="1839">
          <p15:clr>
            <a:srgbClr val="FBAE40"/>
          </p15:clr>
        </p15:guide>
        <p15:guide id="14" pos="2185">
          <p15:clr>
            <a:srgbClr val="FBAE40"/>
          </p15:clr>
        </p15:guide>
        <p15:guide id="15" pos="3668">
          <p15:clr>
            <a:srgbClr val="FBAE40"/>
          </p15:clr>
        </p15:guide>
        <p15:guide id="16" pos="5507">
          <p15:clr>
            <a:srgbClr val="FBAE40"/>
          </p15:clr>
        </p15:guide>
        <p15:guide id="17" pos="584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EST Analysi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628651" y="476722"/>
            <a:ext cx="9167433" cy="768545"/>
          </a:xfrm>
          <a:prstGeom prst="rect">
            <a:avLst/>
          </a:prstGeom>
        </p:spPr>
        <p:txBody>
          <a:bodyPr vert="horz" lIns="0" tIns="0" rIns="0" bIns="0" rtlCol="0" anchor="ctr">
            <a:normAutofit/>
          </a:bodyPr>
          <a:lstStyle>
            <a:lvl1pPr>
              <a:defRPr b="1" i="0">
                <a:latin typeface="Arial" panose="020B0604020202020204" pitchFamily="34" charset="0"/>
              </a:defRPr>
            </a:lvl1pPr>
          </a:lstStyle>
          <a:p>
            <a:r>
              <a:rPr lang="en-US"/>
              <a:t>Four Column Analysis - Horizontal</a:t>
            </a:r>
          </a:p>
        </p:txBody>
      </p: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 Placeholder 2">
            <a:extLst>
              <a:ext uri="{FF2B5EF4-FFF2-40B4-BE49-F238E27FC236}">
                <a16:creationId xmlns:a16="http://schemas.microsoft.com/office/drawing/2014/main" id="{3B89F8E2-B64D-AC49-A8DD-AF613312CED2}"/>
              </a:ext>
            </a:extLst>
          </p:cNvPr>
          <p:cNvSpPr>
            <a:spLocks noGrp="1"/>
          </p:cNvSpPr>
          <p:nvPr>
            <p:ph type="body" sz="quarter" idx="14"/>
          </p:nvPr>
        </p:nvSpPr>
        <p:spPr>
          <a:xfrm>
            <a:off x="3328089" y="1882464"/>
            <a:ext cx="8327553" cy="768544"/>
          </a:xfrm>
        </p:spPr>
        <p:txBody>
          <a:bodyPr anchor="ctr">
            <a:normAutofit/>
          </a:bodyPr>
          <a:lstStyle>
            <a:lvl1pPr marL="0" indent="0" algn="l">
              <a:buNone/>
              <a:defRPr sz="18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2">
            <a:extLst>
              <a:ext uri="{FF2B5EF4-FFF2-40B4-BE49-F238E27FC236}">
                <a16:creationId xmlns:a16="http://schemas.microsoft.com/office/drawing/2014/main" id="{86601CF6-624C-4A4E-B63C-0AB8AD4B0D8B}"/>
              </a:ext>
            </a:extLst>
          </p:cNvPr>
          <p:cNvSpPr>
            <a:spLocks noGrp="1"/>
          </p:cNvSpPr>
          <p:nvPr>
            <p:ph type="body" sz="quarter" idx="18"/>
          </p:nvPr>
        </p:nvSpPr>
        <p:spPr>
          <a:xfrm>
            <a:off x="628651" y="1887429"/>
            <a:ext cx="2361684" cy="768545"/>
          </a:xfrm>
        </p:spPr>
        <p:txBody>
          <a:bodyPr anchor="ctr">
            <a:noAutofit/>
          </a:bodyPr>
          <a:lstStyle>
            <a:lvl1pPr marL="0" indent="0" algn="l">
              <a:buNone/>
              <a:defRPr sz="28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7" name="Text Placeholder 2">
            <a:extLst>
              <a:ext uri="{FF2B5EF4-FFF2-40B4-BE49-F238E27FC236}">
                <a16:creationId xmlns:a16="http://schemas.microsoft.com/office/drawing/2014/main" id="{C6B470C7-D692-C244-8ADA-5E6292A32A41}"/>
              </a:ext>
            </a:extLst>
          </p:cNvPr>
          <p:cNvSpPr>
            <a:spLocks noGrp="1"/>
          </p:cNvSpPr>
          <p:nvPr>
            <p:ph type="body" sz="quarter" idx="19"/>
          </p:nvPr>
        </p:nvSpPr>
        <p:spPr>
          <a:xfrm>
            <a:off x="628651" y="3031847"/>
            <a:ext cx="2361684" cy="768545"/>
          </a:xfrm>
        </p:spPr>
        <p:txBody>
          <a:bodyPr anchor="ctr">
            <a:noAutofit/>
          </a:bodyPr>
          <a:lstStyle>
            <a:lvl1pPr marL="0" indent="0" algn="l">
              <a:buNone/>
              <a:defRPr sz="28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8" name="Text Placeholder 2">
            <a:extLst>
              <a:ext uri="{FF2B5EF4-FFF2-40B4-BE49-F238E27FC236}">
                <a16:creationId xmlns:a16="http://schemas.microsoft.com/office/drawing/2014/main" id="{1F46D524-4125-844F-9646-96AC9FC2EEED}"/>
              </a:ext>
            </a:extLst>
          </p:cNvPr>
          <p:cNvSpPr>
            <a:spLocks noGrp="1"/>
          </p:cNvSpPr>
          <p:nvPr>
            <p:ph type="body" sz="quarter" idx="20"/>
          </p:nvPr>
        </p:nvSpPr>
        <p:spPr>
          <a:xfrm>
            <a:off x="628651" y="4176265"/>
            <a:ext cx="2361684" cy="768545"/>
          </a:xfrm>
        </p:spPr>
        <p:txBody>
          <a:bodyPr anchor="ctr">
            <a:noAutofit/>
          </a:bodyPr>
          <a:lstStyle>
            <a:lvl1pPr marL="0" indent="0" algn="l">
              <a:buNone/>
              <a:defRPr sz="28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34" name="Text Placeholder 2">
            <a:extLst>
              <a:ext uri="{FF2B5EF4-FFF2-40B4-BE49-F238E27FC236}">
                <a16:creationId xmlns:a16="http://schemas.microsoft.com/office/drawing/2014/main" id="{369B9DF6-3D13-AC41-AF63-DFE23883004C}"/>
              </a:ext>
            </a:extLst>
          </p:cNvPr>
          <p:cNvSpPr>
            <a:spLocks noGrp="1"/>
          </p:cNvSpPr>
          <p:nvPr>
            <p:ph type="body" sz="quarter" idx="21"/>
          </p:nvPr>
        </p:nvSpPr>
        <p:spPr>
          <a:xfrm>
            <a:off x="607084" y="5320684"/>
            <a:ext cx="2361684" cy="768545"/>
          </a:xfrm>
        </p:spPr>
        <p:txBody>
          <a:bodyPr anchor="ctr">
            <a:noAutofit/>
          </a:bodyPr>
          <a:lstStyle>
            <a:lvl1pPr marL="0" indent="0" algn="l">
              <a:buNone/>
              <a:defRPr sz="2800" b="1"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cxnSp>
        <p:nvCxnSpPr>
          <p:cNvPr id="35" name="Straight Connector 34">
            <a:extLst>
              <a:ext uri="{FF2B5EF4-FFF2-40B4-BE49-F238E27FC236}">
                <a16:creationId xmlns:a16="http://schemas.microsoft.com/office/drawing/2014/main" id="{064D14FE-F0EC-9E45-8211-8AECE22E1CC0}"/>
              </a:ext>
            </a:extLst>
          </p:cNvPr>
          <p:cNvCxnSpPr>
            <a:cxnSpLocks/>
          </p:cNvCxnSpPr>
          <p:nvPr userDrawn="1"/>
        </p:nvCxnSpPr>
        <p:spPr>
          <a:xfrm flipH="1">
            <a:off x="557927" y="2847664"/>
            <a:ext cx="1109771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01AE01-0A53-D74B-8BE4-E6490CE5C583}"/>
              </a:ext>
            </a:extLst>
          </p:cNvPr>
          <p:cNvCxnSpPr>
            <a:cxnSpLocks/>
          </p:cNvCxnSpPr>
          <p:nvPr userDrawn="1"/>
        </p:nvCxnSpPr>
        <p:spPr>
          <a:xfrm flipH="1">
            <a:off x="557927" y="3999957"/>
            <a:ext cx="1109771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8A5501F-60A1-6745-A84A-F8EC2892729A}"/>
              </a:ext>
            </a:extLst>
          </p:cNvPr>
          <p:cNvCxnSpPr>
            <a:cxnSpLocks/>
          </p:cNvCxnSpPr>
          <p:nvPr userDrawn="1"/>
        </p:nvCxnSpPr>
        <p:spPr>
          <a:xfrm flipH="1">
            <a:off x="557927" y="5137381"/>
            <a:ext cx="1109771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 Placeholder 2">
            <a:extLst>
              <a:ext uri="{FF2B5EF4-FFF2-40B4-BE49-F238E27FC236}">
                <a16:creationId xmlns:a16="http://schemas.microsoft.com/office/drawing/2014/main" id="{C3455D8F-754F-F744-9774-4115CF132E8A}"/>
              </a:ext>
            </a:extLst>
          </p:cNvPr>
          <p:cNvSpPr>
            <a:spLocks noGrp="1"/>
          </p:cNvSpPr>
          <p:nvPr>
            <p:ph type="body" sz="quarter" idx="22"/>
          </p:nvPr>
        </p:nvSpPr>
        <p:spPr>
          <a:xfrm>
            <a:off x="3328089" y="3034757"/>
            <a:ext cx="8327553" cy="768544"/>
          </a:xfrm>
        </p:spPr>
        <p:txBody>
          <a:bodyPr anchor="ctr">
            <a:normAutofit/>
          </a:bodyPr>
          <a:lstStyle>
            <a:lvl1pPr marL="0" indent="0" algn="l">
              <a:buNone/>
              <a:defRPr sz="18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40" name="Text Placeholder 2">
            <a:extLst>
              <a:ext uri="{FF2B5EF4-FFF2-40B4-BE49-F238E27FC236}">
                <a16:creationId xmlns:a16="http://schemas.microsoft.com/office/drawing/2014/main" id="{2C42B7F4-16A0-EB4B-9A61-205EEA8D87DF}"/>
              </a:ext>
            </a:extLst>
          </p:cNvPr>
          <p:cNvSpPr>
            <a:spLocks noGrp="1"/>
          </p:cNvSpPr>
          <p:nvPr>
            <p:ph type="body" sz="quarter" idx="23"/>
          </p:nvPr>
        </p:nvSpPr>
        <p:spPr>
          <a:xfrm>
            <a:off x="3328089" y="4179906"/>
            <a:ext cx="8327553" cy="768544"/>
          </a:xfrm>
        </p:spPr>
        <p:txBody>
          <a:bodyPr anchor="ctr">
            <a:normAutofit/>
          </a:bodyPr>
          <a:lstStyle>
            <a:lvl1pPr marL="0" indent="0" algn="l">
              <a:buNone/>
              <a:defRPr sz="18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41" name="Text Placeholder 2">
            <a:extLst>
              <a:ext uri="{FF2B5EF4-FFF2-40B4-BE49-F238E27FC236}">
                <a16:creationId xmlns:a16="http://schemas.microsoft.com/office/drawing/2014/main" id="{B5CE8B1B-51DA-AE48-ADBD-6D16542AE6C7}"/>
              </a:ext>
            </a:extLst>
          </p:cNvPr>
          <p:cNvSpPr>
            <a:spLocks noGrp="1"/>
          </p:cNvSpPr>
          <p:nvPr>
            <p:ph type="body" sz="quarter" idx="24"/>
          </p:nvPr>
        </p:nvSpPr>
        <p:spPr>
          <a:xfrm>
            <a:off x="3328089" y="5329959"/>
            <a:ext cx="8327553" cy="768544"/>
          </a:xfrm>
        </p:spPr>
        <p:txBody>
          <a:bodyPr anchor="ctr">
            <a:normAutofit/>
          </a:bodyPr>
          <a:lstStyle>
            <a:lvl1pPr marL="0" indent="0" algn="l">
              <a:buNone/>
              <a:defRPr sz="1800" b="0" i="0">
                <a:latin typeface="Arial" panose="020B0604020202020204" pitchFamily="34" charset="0"/>
                <a:ea typeface="Arial" panose="020B0604020202020204" pitchFamily="34" charset="0"/>
                <a:cs typeface="Arial" panose="020B0604020202020204" pitchFamily="34" charset="0"/>
              </a:defRPr>
            </a:lvl1pPr>
          </a:lstStyle>
          <a:p>
            <a:pPr lvl="0"/>
            <a:r>
              <a:rPr lang="en-US"/>
              <a:t>Click to edit Master text styles</a:t>
            </a:r>
          </a:p>
        </p:txBody>
      </p:sp>
      <p:sp>
        <p:nvSpPr>
          <p:cNvPr id="24" name="TextBox 23">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20" name="Picture 19"/>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242852332"/>
      </p:ext>
    </p:extLst>
  </p:cSld>
  <p:clrMapOvr>
    <a:masterClrMapping/>
  </p:clrMapOvr>
  <p:extLst>
    <p:ext uri="{DCECCB84-F9BA-43D5-87BE-67443E8EF086}">
      <p15:sldGuideLst xmlns:p15="http://schemas.microsoft.com/office/powerpoint/2012/main">
        <p15:guide id="1" pos="7039">
          <p15:clr>
            <a:srgbClr val="FBAE40"/>
          </p15:clr>
        </p15:guide>
        <p15:guide id="2" orient="horz" pos="3837">
          <p15:clr>
            <a:srgbClr val="FBAE40"/>
          </p15:clr>
        </p15:guide>
        <p15:guide id="3" pos="7159">
          <p15:clr>
            <a:srgbClr val="FBAE40"/>
          </p15:clr>
        </p15:guide>
        <p15:guide id="4" pos="336" userDrawn="1">
          <p15:clr>
            <a:srgbClr val="FBAE40"/>
          </p15:clr>
        </p15:guide>
        <p15:guide id="5" pos="1872" userDrawn="1">
          <p15:clr>
            <a:srgbClr val="FBAE40"/>
          </p15:clr>
        </p15:guide>
        <p15:guide id="6" pos="2092">
          <p15:clr>
            <a:srgbClr val="FBAE40"/>
          </p15:clr>
        </p15:guide>
        <p15:guide id="7" pos="7344">
          <p15:clr>
            <a:srgbClr val="FBAE40"/>
          </p15:clr>
        </p15:guide>
        <p15:guide id="8" orient="horz" pos="3354">
          <p15:clr>
            <a:srgbClr val="FBAE40"/>
          </p15:clr>
        </p15:guide>
        <p15:guide id="9" orient="horz" pos="3117">
          <p15:clr>
            <a:srgbClr val="FBAE40"/>
          </p15:clr>
        </p15:guide>
        <p15:guide id="10" orient="horz" pos="2634">
          <p15:clr>
            <a:srgbClr val="FBAE40"/>
          </p15:clr>
        </p15:guide>
        <p15:guide id="11" orient="horz" pos="2397">
          <p15:clr>
            <a:srgbClr val="FBAE40"/>
          </p15:clr>
        </p15:guide>
        <p15:guide id="12" orient="horz" pos="1906">
          <p15:clr>
            <a:srgbClr val="FBAE40"/>
          </p15:clr>
        </p15:guide>
        <p15:guide id="13" orient="horz" pos="1677">
          <p15:clr>
            <a:srgbClr val="FBAE40"/>
          </p15:clr>
        </p15:guide>
        <p15:guide id="14" orient="horz" pos="1186">
          <p15:clr>
            <a:srgbClr val="FBAE40"/>
          </p15:clr>
        </p15:guide>
        <p15:guide id="15" orient="horz" pos="432">
          <p15:clr>
            <a:srgbClr val="FBAE40"/>
          </p15:clr>
        </p15:guide>
        <p15:guide id="16" orient="horz" pos="425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antt Chart">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766186C-701A-BC45-AC88-392EAFC5BB8F}"/>
              </a:ext>
            </a:extLst>
          </p:cNvPr>
          <p:cNvGraphicFramePr>
            <a:graphicFrameLocks noGrp="1"/>
          </p:cNvGraphicFramePr>
          <p:nvPr userDrawn="1">
            <p:extLst>
              <p:ext uri="{D42A27DB-BD31-4B8C-83A1-F6EECF244321}">
                <p14:modId xmlns:p14="http://schemas.microsoft.com/office/powerpoint/2010/main" val="151562578"/>
              </p:ext>
            </p:extLst>
          </p:nvPr>
        </p:nvGraphicFramePr>
        <p:xfrm>
          <a:off x="817760" y="1531933"/>
          <a:ext cx="10031706" cy="4669762"/>
        </p:xfrm>
        <a:graphic>
          <a:graphicData uri="http://schemas.openxmlformats.org/drawingml/2006/table">
            <a:tbl>
              <a:tblPr>
                <a:tableStyleId>{5C22544A-7EE6-4342-B048-85BDC9FD1C3A}</a:tableStyleId>
              </a:tblPr>
              <a:tblGrid>
                <a:gridCol w="228918">
                  <a:extLst>
                    <a:ext uri="{9D8B030D-6E8A-4147-A177-3AD203B41FA5}">
                      <a16:colId xmlns:a16="http://schemas.microsoft.com/office/drawing/2014/main" val="598104309"/>
                    </a:ext>
                  </a:extLst>
                </a:gridCol>
                <a:gridCol w="816899">
                  <a:extLst>
                    <a:ext uri="{9D8B030D-6E8A-4147-A177-3AD203B41FA5}">
                      <a16:colId xmlns:a16="http://schemas.microsoft.com/office/drawing/2014/main" val="4168066833"/>
                    </a:ext>
                  </a:extLst>
                </a:gridCol>
                <a:gridCol w="816899">
                  <a:extLst>
                    <a:ext uri="{9D8B030D-6E8A-4147-A177-3AD203B41FA5}">
                      <a16:colId xmlns:a16="http://schemas.microsoft.com/office/drawing/2014/main" val="1004100599"/>
                    </a:ext>
                  </a:extLst>
                </a:gridCol>
                <a:gridCol w="816899">
                  <a:extLst>
                    <a:ext uri="{9D8B030D-6E8A-4147-A177-3AD203B41FA5}">
                      <a16:colId xmlns:a16="http://schemas.microsoft.com/office/drawing/2014/main" val="2411855810"/>
                    </a:ext>
                  </a:extLst>
                </a:gridCol>
                <a:gridCol w="816899">
                  <a:extLst>
                    <a:ext uri="{9D8B030D-6E8A-4147-A177-3AD203B41FA5}">
                      <a16:colId xmlns:a16="http://schemas.microsoft.com/office/drawing/2014/main" val="1635482544"/>
                    </a:ext>
                  </a:extLst>
                </a:gridCol>
                <a:gridCol w="816899">
                  <a:extLst>
                    <a:ext uri="{9D8B030D-6E8A-4147-A177-3AD203B41FA5}">
                      <a16:colId xmlns:a16="http://schemas.microsoft.com/office/drawing/2014/main" val="1339005217"/>
                    </a:ext>
                  </a:extLst>
                </a:gridCol>
                <a:gridCol w="816899">
                  <a:extLst>
                    <a:ext uri="{9D8B030D-6E8A-4147-A177-3AD203B41FA5}">
                      <a16:colId xmlns:a16="http://schemas.microsoft.com/office/drawing/2014/main" val="1040595637"/>
                    </a:ext>
                  </a:extLst>
                </a:gridCol>
                <a:gridCol w="816899">
                  <a:extLst>
                    <a:ext uri="{9D8B030D-6E8A-4147-A177-3AD203B41FA5}">
                      <a16:colId xmlns:a16="http://schemas.microsoft.com/office/drawing/2014/main" val="1495738028"/>
                    </a:ext>
                  </a:extLst>
                </a:gridCol>
                <a:gridCol w="816899">
                  <a:extLst>
                    <a:ext uri="{9D8B030D-6E8A-4147-A177-3AD203B41FA5}">
                      <a16:colId xmlns:a16="http://schemas.microsoft.com/office/drawing/2014/main" val="2839960209"/>
                    </a:ext>
                  </a:extLst>
                </a:gridCol>
                <a:gridCol w="816899">
                  <a:extLst>
                    <a:ext uri="{9D8B030D-6E8A-4147-A177-3AD203B41FA5}">
                      <a16:colId xmlns:a16="http://schemas.microsoft.com/office/drawing/2014/main" val="3918524498"/>
                    </a:ext>
                  </a:extLst>
                </a:gridCol>
                <a:gridCol w="816899">
                  <a:extLst>
                    <a:ext uri="{9D8B030D-6E8A-4147-A177-3AD203B41FA5}">
                      <a16:colId xmlns:a16="http://schemas.microsoft.com/office/drawing/2014/main" val="3569936324"/>
                    </a:ext>
                  </a:extLst>
                </a:gridCol>
                <a:gridCol w="816899">
                  <a:extLst>
                    <a:ext uri="{9D8B030D-6E8A-4147-A177-3AD203B41FA5}">
                      <a16:colId xmlns:a16="http://schemas.microsoft.com/office/drawing/2014/main" val="2110722687"/>
                    </a:ext>
                  </a:extLst>
                </a:gridCol>
                <a:gridCol w="816899">
                  <a:extLst>
                    <a:ext uri="{9D8B030D-6E8A-4147-A177-3AD203B41FA5}">
                      <a16:colId xmlns:a16="http://schemas.microsoft.com/office/drawing/2014/main" val="2450500902"/>
                    </a:ext>
                  </a:extLst>
                </a:gridCol>
              </a:tblGrid>
              <a:tr h="618332">
                <a:tc>
                  <a:txBody>
                    <a:bodyPr/>
                    <a:lstStyle/>
                    <a:p>
                      <a:endParaRPr lang="en-US" sz="1400">
                        <a:latin typeface="Arial" panose="020B0604020202020204" pitchFamily="34" charset="0"/>
                      </a:endParaRPr>
                    </a:p>
                  </a:txBody>
                  <a:tcPr anchor="ctr">
                    <a:lnL w="12700" cmpd="sng">
                      <a:noFill/>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Jan</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Feb</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Mar</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Apr</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May</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Jun</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Jul</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Aug</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Sep</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Oct</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Nov</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sz="1400">
                          <a:solidFill>
                            <a:schemeClr val="tx2"/>
                          </a:solidFill>
                          <a:latin typeface="Arial" panose="020B0604020202020204" pitchFamily="34" charset="0"/>
                        </a:rPr>
                        <a:t>Dec</a:t>
                      </a:r>
                    </a:p>
                  </a:txBody>
                  <a:tcPr>
                    <a:lnL w="12700" cap="flat" cmpd="sng" algn="ctr">
                      <a:solidFill>
                        <a:schemeClr val="bg1">
                          <a:lumMod val="9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55971151"/>
                  </a:ext>
                </a:extLst>
              </a:tr>
              <a:tr h="4051430">
                <a:tc>
                  <a:txBody>
                    <a:bodyPr/>
                    <a:lstStyle/>
                    <a:p>
                      <a:endParaRPr lang="en-US" sz="1400">
                        <a:latin typeface="Arial" panose="020B0604020202020204" pitchFamily="34" charset="0"/>
                      </a:endParaRPr>
                    </a:p>
                  </a:txBody>
                  <a:tcPr anchor="ctr">
                    <a:lnL w="12700" cmpd="sng">
                      <a:noFill/>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400">
                        <a:latin typeface="Arial" panose="020B0604020202020204" pitchFamily="34" charset="0"/>
                      </a:endParaRPr>
                    </a:p>
                  </a:txBody>
                  <a:tcPr anchor="ctr">
                    <a:lnL w="12700" cap="flat" cmpd="sng" algn="ctr">
                      <a:solidFill>
                        <a:schemeClr val="bg1">
                          <a:lumMod val="9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5524781"/>
                  </a:ext>
                </a:extLst>
              </a:tr>
            </a:tbl>
          </a:graphicData>
        </a:graphic>
      </p:graphicFrame>
      <p:sp>
        <p:nvSpPr>
          <p:cNvPr id="12" name="Title Placeholder 1">
            <a:extLst>
              <a:ext uri="{FF2B5EF4-FFF2-40B4-BE49-F238E27FC236}">
                <a16:creationId xmlns:a16="http://schemas.microsoft.com/office/drawing/2014/main" id="{C1E18BAE-9E2F-A544-8C18-ABE725352C13}"/>
              </a:ext>
            </a:extLst>
          </p:cNvPr>
          <p:cNvSpPr>
            <a:spLocks noGrp="1"/>
          </p:cNvSpPr>
          <p:nvPr>
            <p:ph type="title" hasCustomPrompt="1"/>
          </p:nvPr>
        </p:nvSpPr>
        <p:spPr>
          <a:xfrm>
            <a:off x="536360" y="495867"/>
            <a:ext cx="10638053" cy="768545"/>
          </a:xfrm>
          <a:prstGeom prst="rect">
            <a:avLst/>
          </a:prstGeom>
        </p:spPr>
        <p:txBody>
          <a:bodyPr vert="horz" lIns="0" tIns="0" rIns="0" bIns="0" rtlCol="0" anchor="ctr">
            <a:normAutofit/>
          </a:bodyPr>
          <a:lstStyle>
            <a:lvl1pPr>
              <a:defRPr b="1" i="0">
                <a:solidFill>
                  <a:schemeClr val="tx2"/>
                </a:solidFill>
                <a:latin typeface="Arial" panose="020B0604020202020204" pitchFamily="34" charset="0"/>
              </a:defRPr>
            </a:lvl1pPr>
          </a:lstStyle>
          <a:p>
            <a:r>
              <a:rPr lang="en-US"/>
              <a:t>Assignment and Project Timelines</a:t>
            </a:r>
          </a:p>
        </p:txBody>
      </p:sp>
      <p:sp>
        <p:nvSpPr>
          <p:cNvPr id="30" name="Slide Number Placeholder 5">
            <a:extLst>
              <a:ext uri="{FF2B5EF4-FFF2-40B4-BE49-F238E27FC236}">
                <a16:creationId xmlns:a16="http://schemas.microsoft.com/office/drawing/2014/main" id="{70CB3332-03E0-A04A-BAC4-A603576BAAB3}"/>
              </a:ext>
            </a:extLst>
          </p:cNvPr>
          <p:cNvSpPr>
            <a:spLocks noGrp="1"/>
          </p:cNvSpPr>
          <p:nvPr>
            <p:ph type="sldNum" sz="quarter" idx="4"/>
          </p:nvPr>
        </p:nvSpPr>
        <p:spPr>
          <a:xfrm>
            <a:off x="11470781" y="570009"/>
            <a:ext cx="304131" cy="365125"/>
          </a:xfrm>
          <a:prstGeom prst="rect">
            <a:avLst/>
          </a:prstGeom>
        </p:spPr>
        <p:txBody>
          <a:bodyPr vert="horz" lIns="0" tIns="45720" rIns="0" bIns="45720" rtlCol="0" anchor="ctr"/>
          <a:lstStyle>
            <a:lvl1pPr algn="l">
              <a:defRPr sz="1000" b="0" i="0">
                <a:solidFill>
                  <a:schemeClr val="accent6"/>
                </a:solidFill>
                <a:latin typeface="Arial" panose="020B0604020202020204" pitchFamily="34" charset="0"/>
              </a:defRPr>
            </a:lvl1pPr>
          </a:lstStyle>
          <a:p>
            <a:fld id="{54797FC3-DC33-DA47-95F6-F7EB925D69E8}" type="slidenum">
              <a:rPr lang="en-US" smtClean="0"/>
              <a:pPr/>
              <a:t>‹#›</a:t>
            </a:fld>
            <a:endParaRPr lang="en-US"/>
          </a:p>
        </p:txBody>
      </p:sp>
      <p:cxnSp>
        <p:nvCxnSpPr>
          <p:cNvPr id="31" name="Straight Connector 30">
            <a:extLst>
              <a:ext uri="{FF2B5EF4-FFF2-40B4-BE49-F238E27FC236}">
                <a16:creationId xmlns:a16="http://schemas.microsoft.com/office/drawing/2014/main" id="{6BE253E1-8640-8F4A-A0B0-47F028DC03C6}"/>
              </a:ext>
            </a:extLst>
          </p:cNvPr>
          <p:cNvCxnSpPr>
            <a:cxnSpLocks/>
          </p:cNvCxnSpPr>
          <p:nvPr userDrawn="1"/>
        </p:nvCxnSpPr>
        <p:spPr>
          <a:xfrm>
            <a:off x="11358347" y="625959"/>
            <a:ext cx="0" cy="23232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E1884DB4-8724-2444-AC73-01BDA7C1B25F}"/>
              </a:ext>
            </a:extLst>
          </p:cNvPr>
          <p:cNvSpPr>
            <a:spLocks noGrp="1"/>
          </p:cNvSpPr>
          <p:nvPr>
            <p:ph type="body" sz="quarter" idx="14" hasCustomPrompt="1"/>
          </p:nvPr>
        </p:nvSpPr>
        <p:spPr>
          <a:xfrm>
            <a:off x="536359" y="2009908"/>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38" name="Text Placeholder 2">
            <a:extLst>
              <a:ext uri="{FF2B5EF4-FFF2-40B4-BE49-F238E27FC236}">
                <a16:creationId xmlns:a16="http://schemas.microsoft.com/office/drawing/2014/main" id="{AD305F03-5586-5E4F-81F2-236A9DB36ADD}"/>
              </a:ext>
            </a:extLst>
          </p:cNvPr>
          <p:cNvSpPr>
            <a:spLocks noGrp="1"/>
          </p:cNvSpPr>
          <p:nvPr>
            <p:ph type="body" sz="quarter" idx="26"/>
          </p:nvPr>
        </p:nvSpPr>
        <p:spPr>
          <a:xfrm>
            <a:off x="2081565" y="3052038"/>
            <a:ext cx="3910361"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44" name="Text Placeholder 2">
            <a:extLst>
              <a:ext uri="{FF2B5EF4-FFF2-40B4-BE49-F238E27FC236}">
                <a16:creationId xmlns:a16="http://schemas.microsoft.com/office/drawing/2014/main" id="{F4DB0538-1629-4B42-A56E-318B4C79521D}"/>
              </a:ext>
            </a:extLst>
          </p:cNvPr>
          <p:cNvSpPr>
            <a:spLocks noGrp="1"/>
          </p:cNvSpPr>
          <p:nvPr>
            <p:ph type="body" sz="quarter" idx="27" hasCustomPrompt="1"/>
          </p:nvPr>
        </p:nvSpPr>
        <p:spPr>
          <a:xfrm>
            <a:off x="536359" y="2531360"/>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45" name="Text Placeholder 2">
            <a:extLst>
              <a:ext uri="{FF2B5EF4-FFF2-40B4-BE49-F238E27FC236}">
                <a16:creationId xmlns:a16="http://schemas.microsoft.com/office/drawing/2014/main" id="{075659CF-3622-2743-851F-8923DB01AF3E}"/>
              </a:ext>
            </a:extLst>
          </p:cNvPr>
          <p:cNvSpPr>
            <a:spLocks noGrp="1"/>
          </p:cNvSpPr>
          <p:nvPr>
            <p:ph type="body" sz="quarter" idx="28"/>
          </p:nvPr>
        </p:nvSpPr>
        <p:spPr>
          <a:xfrm>
            <a:off x="5189038" y="3574264"/>
            <a:ext cx="2988527"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46" name="Text Placeholder 2">
            <a:extLst>
              <a:ext uri="{FF2B5EF4-FFF2-40B4-BE49-F238E27FC236}">
                <a16:creationId xmlns:a16="http://schemas.microsoft.com/office/drawing/2014/main" id="{4B7ABE6A-4FF3-9543-84D7-72D8B9B04EEE}"/>
              </a:ext>
            </a:extLst>
          </p:cNvPr>
          <p:cNvSpPr>
            <a:spLocks noGrp="1"/>
          </p:cNvSpPr>
          <p:nvPr>
            <p:ph type="body" sz="quarter" idx="29" hasCustomPrompt="1"/>
          </p:nvPr>
        </p:nvSpPr>
        <p:spPr>
          <a:xfrm>
            <a:off x="536359" y="3052812"/>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47" name="Text Placeholder 2">
            <a:extLst>
              <a:ext uri="{FF2B5EF4-FFF2-40B4-BE49-F238E27FC236}">
                <a16:creationId xmlns:a16="http://schemas.microsoft.com/office/drawing/2014/main" id="{FCE93C9B-BDFA-DA48-9722-93E7AC19B47D}"/>
              </a:ext>
            </a:extLst>
          </p:cNvPr>
          <p:cNvSpPr>
            <a:spLocks noGrp="1"/>
          </p:cNvSpPr>
          <p:nvPr>
            <p:ph type="body" sz="quarter" idx="30"/>
          </p:nvPr>
        </p:nvSpPr>
        <p:spPr>
          <a:xfrm>
            <a:off x="3260029" y="4102225"/>
            <a:ext cx="7036264"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48" name="Text Placeholder 2">
            <a:extLst>
              <a:ext uri="{FF2B5EF4-FFF2-40B4-BE49-F238E27FC236}">
                <a16:creationId xmlns:a16="http://schemas.microsoft.com/office/drawing/2014/main" id="{87FE31FF-EFEA-774A-B412-A17BCCF56511}"/>
              </a:ext>
            </a:extLst>
          </p:cNvPr>
          <p:cNvSpPr>
            <a:spLocks noGrp="1"/>
          </p:cNvSpPr>
          <p:nvPr>
            <p:ph type="body" sz="quarter" idx="31" hasCustomPrompt="1"/>
          </p:nvPr>
        </p:nvSpPr>
        <p:spPr>
          <a:xfrm>
            <a:off x="536359" y="3574264"/>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49" name="Text Placeholder 2">
            <a:extLst>
              <a:ext uri="{FF2B5EF4-FFF2-40B4-BE49-F238E27FC236}">
                <a16:creationId xmlns:a16="http://schemas.microsoft.com/office/drawing/2014/main" id="{C06182F5-CA73-9548-8C9E-778C0D79C293}"/>
              </a:ext>
            </a:extLst>
          </p:cNvPr>
          <p:cNvSpPr>
            <a:spLocks noGrp="1"/>
          </p:cNvSpPr>
          <p:nvPr>
            <p:ph type="body" sz="quarter" idx="32"/>
          </p:nvPr>
        </p:nvSpPr>
        <p:spPr>
          <a:xfrm>
            <a:off x="6222383" y="4617168"/>
            <a:ext cx="4832196"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50" name="Text Placeholder 2">
            <a:extLst>
              <a:ext uri="{FF2B5EF4-FFF2-40B4-BE49-F238E27FC236}">
                <a16:creationId xmlns:a16="http://schemas.microsoft.com/office/drawing/2014/main" id="{4DE7B252-5204-C54B-B2AB-728EAAD28795}"/>
              </a:ext>
            </a:extLst>
          </p:cNvPr>
          <p:cNvSpPr>
            <a:spLocks noGrp="1"/>
          </p:cNvSpPr>
          <p:nvPr>
            <p:ph type="body" sz="quarter" idx="33" hasCustomPrompt="1"/>
          </p:nvPr>
        </p:nvSpPr>
        <p:spPr>
          <a:xfrm>
            <a:off x="536359" y="4095716"/>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51" name="Text Placeholder 2">
            <a:extLst>
              <a:ext uri="{FF2B5EF4-FFF2-40B4-BE49-F238E27FC236}">
                <a16:creationId xmlns:a16="http://schemas.microsoft.com/office/drawing/2014/main" id="{36352348-FB9A-0C4E-AC97-1B51444891A4}"/>
              </a:ext>
            </a:extLst>
          </p:cNvPr>
          <p:cNvSpPr>
            <a:spLocks noGrp="1"/>
          </p:cNvSpPr>
          <p:nvPr>
            <p:ph type="body" sz="quarter" idx="34"/>
          </p:nvPr>
        </p:nvSpPr>
        <p:spPr>
          <a:xfrm>
            <a:off x="2081564" y="5138620"/>
            <a:ext cx="5332965"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52" name="Text Placeholder 2">
            <a:extLst>
              <a:ext uri="{FF2B5EF4-FFF2-40B4-BE49-F238E27FC236}">
                <a16:creationId xmlns:a16="http://schemas.microsoft.com/office/drawing/2014/main" id="{68E1BFD4-3A5E-8641-9D2F-00409E3793B6}"/>
              </a:ext>
            </a:extLst>
          </p:cNvPr>
          <p:cNvSpPr>
            <a:spLocks noGrp="1"/>
          </p:cNvSpPr>
          <p:nvPr>
            <p:ph type="body" sz="quarter" idx="35" hasCustomPrompt="1"/>
          </p:nvPr>
        </p:nvSpPr>
        <p:spPr>
          <a:xfrm>
            <a:off x="536359" y="5660073"/>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53" name="Text Placeholder 2">
            <a:extLst>
              <a:ext uri="{FF2B5EF4-FFF2-40B4-BE49-F238E27FC236}">
                <a16:creationId xmlns:a16="http://schemas.microsoft.com/office/drawing/2014/main" id="{E6AA6E42-ABF6-0042-B39E-9D863B855B56}"/>
              </a:ext>
            </a:extLst>
          </p:cNvPr>
          <p:cNvSpPr>
            <a:spLocks noGrp="1"/>
          </p:cNvSpPr>
          <p:nvPr>
            <p:ph type="body" sz="quarter" idx="36"/>
          </p:nvPr>
        </p:nvSpPr>
        <p:spPr>
          <a:xfrm>
            <a:off x="4601737" y="5660073"/>
            <a:ext cx="6452837"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54" name="Text Placeholder 2">
            <a:extLst>
              <a:ext uri="{FF2B5EF4-FFF2-40B4-BE49-F238E27FC236}">
                <a16:creationId xmlns:a16="http://schemas.microsoft.com/office/drawing/2014/main" id="{2A47D090-BD26-A34F-A587-274164E5624A}"/>
              </a:ext>
            </a:extLst>
          </p:cNvPr>
          <p:cNvSpPr>
            <a:spLocks noGrp="1"/>
          </p:cNvSpPr>
          <p:nvPr>
            <p:ph type="body" sz="quarter" idx="37" hasCustomPrompt="1"/>
          </p:nvPr>
        </p:nvSpPr>
        <p:spPr>
          <a:xfrm>
            <a:off x="536359" y="4617168"/>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55" name="Text Placeholder 2">
            <a:extLst>
              <a:ext uri="{FF2B5EF4-FFF2-40B4-BE49-F238E27FC236}">
                <a16:creationId xmlns:a16="http://schemas.microsoft.com/office/drawing/2014/main" id="{6E947712-F350-C94B-A96E-F9EF11B0DCAD}"/>
              </a:ext>
            </a:extLst>
          </p:cNvPr>
          <p:cNvSpPr>
            <a:spLocks noGrp="1"/>
          </p:cNvSpPr>
          <p:nvPr>
            <p:ph type="body" sz="quarter" idx="38" hasCustomPrompt="1"/>
          </p:nvPr>
        </p:nvSpPr>
        <p:spPr>
          <a:xfrm>
            <a:off x="536359" y="5138620"/>
            <a:ext cx="711200" cy="256734"/>
          </a:xfrm>
        </p:spPr>
        <p:txBody>
          <a:bodyPr anchor="ctr">
            <a:normAutofit/>
          </a:bodyPr>
          <a:lstStyle>
            <a:lvl1pPr marL="0" indent="0" algn="l">
              <a:buNone/>
              <a:defRPr sz="1600" b="1" i="0">
                <a:solidFill>
                  <a:schemeClr val="tx2"/>
                </a:solidFill>
                <a:latin typeface="Arial" panose="020B0604020202020204" pitchFamily="34" charset="0"/>
              </a:defRPr>
            </a:lvl1pPr>
          </a:lstStyle>
          <a:p>
            <a:pPr lvl="0"/>
            <a:r>
              <a:rPr lang="en-US"/>
              <a:t>Task </a:t>
            </a:r>
          </a:p>
        </p:txBody>
      </p:sp>
      <p:sp>
        <p:nvSpPr>
          <p:cNvPr id="56" name="Text Placeholder 2">
            <a:extLst>
              <a:ext uri="{FF2B5EF4-FFF2-40B4-BE49-F238E27FC236}">
                <a16:creationId xmlns:a16="http://schemas.microsoft.com/office/drawing/2014/main" id="{55B41E2F-B664-B64E-A6F2-0F2A19DCC055}"/>
              </a:ext>
            </a:extLst>
          </p:cNvPr>
          <p:cNvSpPr>
            <a:spLocks noGrp="1"/>
          </p:cNvSpPr>
          <p:nvPr>
            <p:ph type="body" sz="quarter" idx="39"/>
          </p:nvPr>
        </p:nvSpPr>
        <p:spPr>
          <a:xfrm>
            <a:off x="3419706" y="2539082"/>
            <a:ext cx="5657387"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57" name="Text Placeholder 2">
            <a:extLst>
              <a:ext uri="{FF2B5EF4-FFF2-40B4-BE49-F238E27FC236}">
                <a16:creationId xmlns:a16="http://schemas.microsoft.com/office/drawing/2014/main" id="{E61344E7-7C91-2348-832A-A007EEA0A355}"/>
              </a:ext>
            </a:extLst>
          </p:cNvPr>
          <p:cNvSpPr>
            <a:spLocks noGrp="1"/>
          </p:cNvSpPr>
          <p:nvPr>
            <p:ph type="body" sz="quarter" idx="40"/>
          </p:nvPr>
        </p:nvSpPr>
        <p:spPr>
          <a:xfrm>
            <a:off x="1868360" y="2011556"/>
            <a:ext cx="4277293" cy="256734"/>
          </a:xfrm>
          <a:solidFill>
            <a:srgbClr val="0D2345"/>
          </a:solidFill>
        </p:spPr>
        <p:txBody>
          <a:bodyPr anchor="ctr">
            <a:normAutofit/>
          </a:bodyPr>
          <a:lstStyle>
            <a:lvl1pPr marL="0" indent="0" algn="ctr">
              <a:buNone/>
              <a:defRPr sz="1400" b="0" i="0">
                <a:solidFill>
                  <a:schemeClr val="bg1"/>
                </a:solidFill>
                <a:latin typeface="Arial" panose="020B0604020202020204" pitchFamily="34" charset="0"/>
              </a:defRPr>
            </a:lvl1pPr>
          </a:lstStyle>
          <a:p>
            <a:pPr lvl="0"/>
            <a:r>
              <a:rPr lang="en-US"/>
              <a:t>Click to edit Master text styles</a:t>
            </a:r>
          </a:p>
        </p:txBody>
      </p:sp>
      <p:sp>
        <p:nvSpPr>
          <p:cNvPr id="28" name="TextBox 27">
            <a:extLst>
              <a:ext uri="{FF2B5EF4-FFF2-40B4-BE49-F238E27FC236}">
                <a16:creationId xmlns:a16="http://schemas.microsoft.com/office/drawing/2014/main" id="{19663B76-15CB-434D-8715-085FAB65AA38}"/>
              </a:ext>
            </a:extLst>
          </p:cNvPr>
          <p:cNvSpPr txBox="1"/>
          <p:nvPr userDrawn="1"/>
        </p:nvSpPr>
        <p:spPr>
          <a:xfrm>
            <a:off x="10519111" y="6593168"/>
            <a:ext cx="1136530" cy="107722"/>
          </a:xfrm>
          <a:prstGeom prst="rect">
            <a:avLst/>
          </a:prstGeom>
          <a:noFill/>
        </p:spPr>
        <p:txBody>
          <a:bodyPr wrap="none" lIns="0" tIns="0" rIns="0" bIns="0" rtlCol="0">
            <a:spAutoFit/>
          </a:bodyPr>
          <a:lstStyle/>
          <a:p>
            <a:pPr algn="r"/>
            <a:r>
              <a:rPr lang="en-US" sz="700">
                <a:solidFill>
                  <a:schemeClr val="bg1"/>
                </a:solidFill>
                <a:latin typeface="Arial" panose="020B0604020202020204" pitchFamily="34" charset="0"/>
                <a:cs typeface="Arial" panose="020B0604020202020204" pitchFamily="34" charset="0"/>
              </a:rPr>
              <a:t>© UAB. All Rights Reserved.</a:t>
            </a:r>
          </a:p>
        </p:txBody>
      </p:sp>
      <p:pic>
        <p:nvPicPr>
          <p:cNvPr id="26" name="Picture 2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6361" y="6548817"/>
            <a:ext cx="1763517" cy="153349"/>
          </a:xfrm>
          <a:prstGeom prst="rect">
            <a:avLst/>
          </a:prstGeom>
        </p:spPr>
      </p:pic>
    </p:spTree>
    <p:custDataLst>
      <p:tags r:id="rId1"/>
    </p:custDataLst>
    <p:extLst>
      <p:ext uri="{BB962C8B-B14F-4D97-AF65-F5344CB8AC3E}">
        <p14:creationId xmlns:p14="http://schemas.microsoft.com/office/powerpoint/2010/main" val="766084564"/>
      </p:ext>
    </p:extLst>
  </p:cSld>
  <p:clrMapOvr>
    <a:masterClrMapping/>
  </p:clrMapOvr>
  <p:extLst>
    <p:ext uri="{DCECCB84-F9BA-43D5-87BE-67443E8EF086}">
      <p15:sldGuideLst xmlns:p15="http://schemas.microsoft.com/office/powerpoint/2012/main">
        <p15:guide id="1" pos="339">
          <p15:clr>
            <a:srgbClr val="FBAE40"/>
          </p15:clr>
        </p15:guide>
        <p15:guide id="2" orient="horz" pos="4252">
          <p15:clr>
            <a:srgbClr val="FBAE40"/>
          </p15:clr>
        </p15:guide>
        <p15:guide id="3" pos="7159">
          <p15:clr>
            <a:srgbClr val="FBAE40"/>
          </p15:clr>
        </p15:guide>
        <p15:guide id="4" pos="7039">
          <p15:clr>
            <a:srgbClr val="FBAE40"/>
          </p15:clr>
        </p15:guide>
        <p15:guide id="5" pos="7344">
          <p15:clr>
            <a:srgbClr val="FBAE40"/>
          </p15:clr>
        </p15:guide>
        <p15:guide id="6" orient="horz" pos="3905">
          <p15:clr>
            <a:srgbClr val="FBAE40"/>
          </p15:clr>
        </p15:guide>
        <p15:guide id="7" orient="horz" pos="966">
          <p15:clr>
            <a:srgbClr val="FBAE40"/>
          </p15:clr>
        </p15:guide>
        <p15:guide id="8" pos="788">
          <p15:clr>
            <a:srgbClr val="FBAE40"/>
          </p15:clr>
        </p15:guide>
        <p15:guide id="9" orient="horz" pos="4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2_Title Only">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A17C-386C-B843-5086-F80D7772C31E}"/>
              </a:ext>
            </a:extLst>
          </p:cNvPr>
          <p:cNvSpPr>
            <a:spLocks noGrp="1"/>
          </p:cNvSpPr>
          <p:nvPr>
            <p:ph type="title"/>
          </p:nvPr>
        </p:nvSpPr>
        <p:spPr>
          <a:xfrm>
            <a:off x="609600" y="365126"/>
            <a:ext cx="10744200" cy="1119118"/>
          </a:xfrm>
        </p:spPr>
        <p:txBody>
          <a:bodyPr/>
          <a:lstStyle/>
          <a:p>
            <a:r>
              <a:rPr lang="en-US"/>
              <a:t>Click to edit Master title style</a:t>
            </a:r>
          </a:p>
        </p:txBody>
      </p:sp>
      <p:sp>
        <p:nvSpPr>
          <p:cNvPr id="3" name="Date Placeholder 2">
            <a:extLst>
              <a:ext uri="{FF2B5EF4-FFF2-40B4-BE49-F238E27FC236}">
                <a16:creationId xmlns:a16="http://schemas.microsoft.com/office/drawing/2014/main" id="{D089A4C6-A648-F878-912A-056645965CF1}"/>
              </a:ext>
            </a:extLst>
          </p:cNvPr>
          <p:cNvSpPr>
            <a:spLocks noGrp="1"/>
          </p:cNvSpPr>
          <p:nvPr>
            <p:ph type="dt" sz="half" idx="10"/>
          </p:nvPr>
        </p:nvSpPr>
        <p:spPr/>
        <p:txBody>
          <a:bodyPr/>
          <a:lstStyle/>
          <a:p>
            <a:fld id="{A3BF7CF0-8C3E-1446-A69D-B07FC2C3F2AF}" type="datetimeFigureOut">
              <a:rPr lang="en-US" smtClean="0"/>
              <a:t>8/9/2026</a:t>
            </a:fld>
            <a:endParaRPr lang="en-US"/>
          </a:p>
        </p:txBody>
      </p:sp>
      <p:sp>
        <p:nvSpPr>
          <p:cNvPr id="4" name="Footer Placeholder 3">
            <a:extLst>
              <a:ext uri="{FF2B5EF4-FFF2-40B4-BE49-F238E27FC236}">
                <a16:creationId xmlns:a16="http://schemas.microsoft.com/office/drawing/2014/main" id="{57E35771-8948-5F20-4079-A4EACF2EBB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637A81-F7E3-71F9-4DC1-EC5A0754ABE4}"/>
              </a:ext>
            </a:extLst>
          </p:cNvPr>
          <p:cNvSpPr>
            <a:spLocks noGrp="1"/>
          </p:cNvSpPr>
          <p:nvPr>
            <p:ph type="sldNum" sz="quarter" idx="12"/>
          </p:nvPr>
        </p:nvSpPr>
        <p:spPr/>
        <p:txBody>
          <a:bodyPr/>
          <a:lstStyle/>
          <a:p>
            <a:fld id="{6D93B850-6434-CD41-AAB4-825BF7E11BBB}" type="slidenum">
              <a:rPr lang="en-US" smtClean="0"/>
              <a:t>‹#›</a:t>
            </a:fld>
            <a:endParaRPr lang="en-US"/>
          </a:p>
        </p:txBody>
      </p:sp>
    </p:spTree>
    <p:custDataLst>
      <p:tags r:id="rId1"/>
    </p:custDataLst>
    <p:extLst>
      <p:ext uri="{BB962C8B-B14F-4D97-AF65-F5344CB8AC3E}">
        <p14:creationId xmlns:p14="http://schemas.microsoft.com/office/powerpoint/2010/main" val="26095440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57822-151E-B73D-C3DD-06F22451DDB9}"/>
              </a:ext>
            </a:extLst>
          </p:cNvPr>
          <p:cNvSpPr>
            <a:spLocks noGrp="1"/>
          </p:cNvSpPr>
          <p:nvPr>
            <p:ph type="title" hasCustomPrompt="1"/>
          </p:nvPr>
        </p:nvSpPr>
        <p:spPr>
          <a:xfrm>
            <a:off x="685800" y="2186609"/>
            <a:ext cx="10658061" cy="2637183"/>
          </a:xfrm>
          <a:ln>
            <a:solidFill>
              <a:srgbClr val="0D2345"/>
            </a:solidFill>
          </a:ln>
        </p:spPr>
        <p:txBody>
          <a:bodyPr>
            <a:noAutofit/>
          </a:bodyPr>
          <a:lstStyle>
            <a:lvl1pPr>
              <a:defRPr sz="6000"/>
            </a:lvl1pPr>
          </a:lstStyle>
          <a:p>
            <a:br>
              <a:rPr lang="en-US" dirty="0"/>
            </a:br>
            <a:br>
              <a:rPr lang="en-US" dirty="0"/>
            </a:br>
            <a:r>
              <a:rPr lang="en-US" dirty="0"/>
              <a:t>Thank You!</a:t>
            </a:r>
          </a:p>
        </p:txBody>
      </p:sp>
    </p:spTree>
    <p:custDataLst>
      <p:tags r:id="rId1"/>
    </p:custDataLst>
    <p:extLst>
      <p:ext uri="{BB962C8B-B14F-4D97-AF65-F5344CB8AC3E}">
        <p14:creationId xmlns:p14="http://schemas.microsoft.com/office/powerpoint/2010/main" val="23291586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4"/>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C0D93-A154-9415-67E4-EF1678E02157}"/>
              </a:ext>
            </a:extLst>
          </p:cNvPr>
          <p:cNvSpPr>
            <a:spLocks noGrp="1"/>
          </p:cNvSpPr>
          <p:nvPr>
            <p:ph type="title"/>
          </p:nvPr>
        </p:nvSpPr>
        <p:spPr>
          <a:xfrm>
            <a:off x="838200" y="365126"/>
            <a:ext cx="10515600" cy="111911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6A9847-D0F5-9FED-AED4-2A78D9BA8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2A594-655C-34D1-0376-6E507D7EA1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BF7CF0-8C3E-1446-A69D-B07FC2C3F2AF}" type="datetimeFigureOut">
              <a:rPr lang="en-US" smtClean="0"/>
              <a:t>8/9/2026</a:t>
            </a:fld>
            <a:endParaRPr lang="en-US"/>
          </a:p>
        </p:txBody>
      </p:sp>
      <p:sp>
        <p:nvSpPr>
          <p:cNvPr id="5" name="Footer Placeholder 4">
            <a:extLst>
              <a:ext uri="{FF2B5EF4-FFF2-40B4-BE49-F238E27FC236}">
                <a16:creationId xmlns:a16="http://schemas.microsoft.com/office/drawing/2014/main" id="{CFE0BF5E-7443-7330-5D5B-324E644248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0C50EA-5A37-330A-6C9E-4A61A1DCB2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93B850-6434-CD41-AAB4-825BF7E11BBB}" type="slidenum">
              <a:rPr lang="en-US" smtClean="0"/>
              <a:t>‹#›</a:t>
            </a:fld>
            <a:endParaRPr lang="en-US"/>
          </a:p>
        </p:txBody>
      </p:sp>
    </p:spTree>
    <p:custDataLst>
      <p:tags r:id="rId33"/>
    </p:custDataLst>
    <p:extLst>
      <p:ext uri="{BB962C8B-B14F-4D97-AF65-F5344CB8AC3E}">
        <p14:creationId xmlns:p14="http://schemas.microsoft.com/office/powerpoint/2010/main" val="308065144"/>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0" r:id="rId3"/>
    <p:sldLayoutId id="2147483651" r:id="rId4"/>
    <p:sldLayoutId id="2147483652" r:id="rId5"/>
    <p:sldLayoutId id="2147483677" r:id="rId6"/>
    <p:sldLayoutId id="2147483679" r:id="rId7"/>
    <p:sldLayoutId id="2147483680" r:id="rId8"/>
    <p:sldLayoutId id="2147483654" r:id="rId9"/>
    <p:sldLayoutId id="2147483678" r:id="rId10"/>
    <p:sldLayoutId id="2147483655" r:id="rId11"/>
    <p:sldLayoutId id="2147483656" r:id="rId12"/>
    <p:sldLayoutId id="2147483661" r:id="rId13"/>
    <p:sldLayoutId id="2147483657"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60" r:id="rId30"/>
    <p:sldLayoutId id="2147483681" r:id="rId31"/>
  </p:sldLayoutIdLst>
  <p:txStyles>
    <p:titleStyle>
      <a:lvl1pPr algn="l" defTabSz="914400" rtl="0" eaLnBrk="1" latinLnBrk="0" hangingPunct="1">
        <a:lnSpc>
          <a:spcPct val="90000"/>
        </a:lnSpc>
        <a:spcBef>
          <a:spcPct val="0"/>
        </a:spcBef>
        <a:buNone/>
        <a:defRPr sz="4400" b="1" kern="1200">
          <a:solidFill>
            <a:schemeClr val="bg1"/>
          </a:solidFill>
          <a:latin typeface="+mj-lt"/>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D234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D234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D234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D234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D234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3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4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4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4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4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13.xml.rels><?xml version="1.0" encoding="UTF-8" standalone="yes"?>
<Relationships xmlns="http://schemas.openxmlformats.org/package/2006/relationships"><Relationship Id="rId3" Type="http://schemas.openxmlformats.org/officeDocument/2006/relationships/hyperlink" Target="https://tamut.teamdynamix.com/TDClient/227/Portal/Requests/ServiceCatalog?CategoryID=1904" TargetMode="External"/><Relationship Id="rId2" Type="http://schemas.openxmlformats.org/officeDocument/2006/relationships/slideLayout" Target="../slideLayouts/slideLayout31.xml"/><Relationship Id="rId1" Type="http://schemas.openxmlformats.org/officeDocument/2006/relationships/tags" Target="../tags/tag4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1.xml"/><Relationship Id="rId1" Type="http://schemas.openxmlformats.org/officeDocument/2006/relationships/tags" Target="../tags/tag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CCAD08E-6D0A-45A7-91DA-8C2A0CF32544}"/>
              </a:ext>
            </a:extLst>
          </p:cNvPr>
          <p:cNvSpPr>
            <a:spLocks noGrp="1"/>
          </p:cNvSpPr>
          <p:nvPr>
            <p:ph type="subTitle" idx="1"/>
          </p:nvPr>
        </p:nvSpPr>
        <p:spPr/>
        <p:txBody>
          <a:bodyPr/>
          <a:lstStyle/>
          <a:p>
            <a:r>
              <a:rPr lang="en-US"/>
              <a:t>MGT 521</a:t>
            </a:r>
          </a:p>
          <a:p>
            <a:r>
              <a:rPr lang="en-US"/>
              <a:t>Project Management</a:t>
            </a:r>
          </a:p>
        </p:txBody>
      </p:sp>
      <p:sp>
        <p:nvSpPr>
          <p:cNvPr id="2" name="Title 1">
            <a:extLst>
              <a:ext uri="{FF2B5EF4-FFF2-40B4-BE49-F238E27FC236}">
                <a16:creationId xmlns:a16="http://schemas.microsoft.com/office/drawing/2014/main" id="{F390B244-FE79-479B-2A25-D0749FE2D142}"/>
              </a:ext>
            </a:extLst>
          </p:cNvPr>
          <p:cNvSpPr>
            <a:spLocks noGrp="1"/>
          </p:cNvSpPr>
          <p:nvPr>
            <p:ph type="title"/>
          </p:nvPr>
        </p:nvSpPr>
        <p:spPr>
          <a:xfrm>
            <a:off x="605415" y="2452524"/>
            <a:ext cx="10338810" cy="2336024"/>
          </a:xfrm>
        </p:spPr>
        <p:txBody>
          <a:bodyPr/>
          <a:lstStyle/>
          <a:p>
            <a:r>
              <a:rPr lang="en-US"/>
              <a:t>Chapter 1: Introduction to Project Management Concepts</a:t>
            </a:r>
          </a:p>
        </p:txBody>
      </p:sp>
    </p:spTree>
    <p:custDataLst>
      <p:tags r:id="rId1"/>
    </p:custDataLst>
    <p:extLst>
      <p:ext uri="{BB962C8B-B14F-4D97-AF65-F5344CB8AC3E}">
        <p14:creationId xmlns:p14="http://schemas.microsoft.com/office/powerpoint/2010/main" val="3409544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647A-5620-B4F8-9B28-143B947483E4}"/>
              </a:ext>
            </a:extLst>
          </p:cNvPr>
          <p:cNvSpPr>
            <a:spLocks noGrp="1"/>
          </p:cNvSpPr>
          <p:nvPr>
            <p:ph type="title"/>
          </p:nvPr>
        </p:nvSpPr>
        <p:spPr>
          <a:xfrm>
            <a:off x="579789" y="2218842"/>
            <a:ext cx="7308850" cy="1898788"/>
          </a:xfrm>
        </p:spPr>
        <p:txBody>
          <a:bodyPr/>
          <a:lstStyle/>
          <a:p>
            <a:r>
              <a:rPr lang="en-US"/>
              <a:t>Project Initiation </a:t>
            </a:r>
          </a:p>
        </p:txBody>
      </p:sp>
      <p:sp>
        <p:nvSpPr>
          <p:cNvPr id="3" name="Text Placeholder 2">
            <a:extLst>
              <a:ext uri="{FF2B5EF4-FFF2-40B4-BE49-F238E27FC236}">
                <a16:creationId xmlns:a16="http://schemas.microsoft.com/office/drawing/2014/main" id="{8B547B55-B4E6-6E31-1B09-812A448789BE}"/>
              </a:ext>
            </a:extLst>
          </p:cNvPr>
          <p:cNvSpPr>
            <a:spLocks noGrp="1"/>
          </p:cNvSpPr>
          <p:nvPr>
            <p:ph type="body" idx="1"/>
          </p:nvPr>
        </p:nvSpPr>
        <p:spPr>
          <a:xfrm>
            <a:off x="579788" y="4364176"/>
            <a:ext cx="7421211" cy="1500187"/>
          </a:xfrm>
        </p:spPr>
        <p:txBody>
          <a:bodyPr>
            <a:normAutofit/>
          </a:bodyPr>
          <a:lstStyle/>
          <a:p>
            <a:r>
              <a:rPr lang="en-US"/>
              <a:t>Understanding the first phase of the project lifecycle</a:t>
            </a:r>
          </a:p>
        </p:txBody>
      </p:sp>
    </p:spTree>
    <p:custDataLst>
      <p:tags r:id="rId1"/>
    </p:custDataLst>
    <p:extLst>
      <p:ext uri="{BB962C8B-B14F-4D97-AF65-F5344CB8AC3E}">
        <p14:creationId xmlns:p14="http://schemas.microsoft.com/office/powerpoint/2010/main" val="3517189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3F0FDD-D2CA-E138-C025-82F9C84F2D6F}"/>
              </a:ext>
              <a:ext uri="{C183D7F6-B498-43B3-948B-1728B52AA6E4}">
                <adec:decorative xmlns:adec="http://schemas.microsoft.com/office/drawing/2017/decorative" val="0"/>
              </a:ext>
            </a:extLst>
          </p:cNvPr>
          <p:cNvSpPr>
            <a:spLocks noGrp="1"/>
          </p:cNvSpPr>
          <p:nvPr>
            <p:ph type="title"/>
          </p:nvPr>
        </p:nvSpPr>
        <p:spPr>
          <a:xfrm>
            <a:off x="841248" y="365760"/>
            <a:ext cx="10972799" cy="1083365"/>
          </a:xfrm>
        </p:spPr>
        <p:txBody>
          <a:bodyPr/>
          <a:lstStyle/>
          <a:p>
            <a:r>
              <a:rPr lang="en-US"/>
              <a:t>Project Management Process Groups </a:t>
            </a:r>
          </a:p>
        </p:txBody>
      </p:sp>
      <p:sp>
        <p:nvSpPr>
          <p:cNvPr id="12" name="Text Placeholder 11">
            <a:extLst>
              <a:ext uri="{FF2B5EF4-FFF2-40B4-BE49-F238E27FC236}">
                <a16:creationId xmlns:a16="http://schemas.microsoft.com/office/drawing/2014/main" id="{3BA8A513-116B-FED0-5C9D-A23FBBF4DA50}"/>
              </a:ext>
            </a:extLst>
          </p:cNvPr>
          <p:cNvSpPr>
            <a:spLocks noGrp="1"/>
          </p:cNvSpPr>
          <p:nvPr>
            <p:ph type="body" sz="half" idx="2"/>
          </p:nvPr>
        </p:nvSpPr>
        <p:spPr>
          <a:xfrm>
            <a:off x="609600" y="1649413"/>
            <a:ext cx="5029200" cy="4522787"/>
          </a:xfrm>
        </p:spPr>
        <p:txBody>
          <a:bodyPr>
            <a:noAutofit/>
          </a:bodyPr>
          <a:lstStyle/>
          <a:p>
            <a:r>
              <a:rPr lang="en-US" sz="2400" b="1"/>
              <a:t>Initiating: </a:t>
            </a:r>
            <a:r>
              <a:rPr lang="en-US" sz="2400"/>
              <a:t>Define and authorize project.</a:t>
            </a:r>
          </a:p>
          <a:p>
            <a:r>
              <a:rPr lang="en-US" sz="2400" b="1"/>
              <a:t>Planning: </a:t>
            </a:r>
            <a:r>
              <a:rPr lang="en-US" sz="2400"/>
              <a:t>Establish scope, objectives, and course of action.</a:t>
            </a:r>
          </a:p>
          <a:p>
            <a:r>
              <a:rPr lang="en-US" sz="2400" b="1"/>
              <a:t>Monitoring &amp; Controlling: </a:t>
            </a:r>
            <a:r>
              <a:rPr lang="en-US" sz="2400"/>
              <a:t>Track, review, and regulate progress.</a:t>
            </a:r>
          </a:p>
          <a:p>
            <a:r>
              <a:rPr lang="en-US" sz="2400" b="1"/>
              <a:t>Executing: </a:t>
            </a:r>
            <a:r>
              <a:rPr lang="en-US" sz="2400"/>
              <a:t>Complete the work defined in plan.</a:t>
            </a:r>
          </a:p>
          <a:p>
            <a:r>
              <a:rPr lang="en-US" sz="2400" b="1"/>
              <a:t>Closing: </a:t>
            </a:r>
            <a:r>
              <a:rPr lang="en-US" sz="2400"/>
              <a:t>Finalize activities and formally close project.</a:t>
            </a:r>
          </a:p>
        </p:txBody>
      </p:sp>
      <p:pic>
        <p:nvPicPr>
          <p:cNvPr id="20" name="Content Placeholder 19" descr="A colorful circular diagram divided into five sections, each representing a process group of project management. Starting from the top and moving clockwise, the sections are: Red - &quot;Initiating,&quot; Orange - &quot;Planning,&quot; Green - &quot;Monitoring &amp; Controlling,&quot; Blue - &quot;Executing,&quot; and Purple - &quot;Closing.&quot; In the center of the circle, white text on a dark purple background reads &quot;5 Process Groups.&quot;">
            <a:extLst>
              <a:ext uri="{FF2B5EF4-FFF2-40B4-BE49-F238E27FC236}">
                <a16:creationId xmlns:a16="http://schemas.microsoft.com/office/drawing/2014/main" id="{5D893B29-07A9-950F-EE93-738AD2A772C1}"/>
              </a:ext>
            </a:extLst>
          </p:cNvPr>
          <p:cNvPicPr>
            <a:picLocks noGrp="1" noChangeAspect="1"/>
          </p:cNvPicPr>
          <p:nvPr>
            <p:ph idx="1"/>
          </p:nvPr>
        </p:nvPicPr>
        <p:blipFill>
          <a:blip r:embed="rId4"/>
          <a:srcRect l="2234" r="2234"/>
          <a:stretch/>
        </p:blipFill>
        <p:spPr>
          <a:xfrm>
            <a:off x="6584985" y="1981200"/>
            <a:ext cx="4997415" cy="4359286"/>
          </a:xfrm>
        </p:spPr>
      </p:pic>
    </p:spTree>
    <p:custDataLst>
      <p:tags r:id="rId1"/>
    </p:custDataLst>
    <p:extLst>
      <p:ext uri="{BB962C8B-B14F-4D97-AF65-F5344CB8AC3E}">
        <p14:creationId xmlns:p14="http://schemas.microsoft.com/office/powerpoint/2010/main" val="3214255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991C1B-FCED-0E0C-01BC-643D0740B6A6}"/>
              </a:ext>
            </a:extLst>
          </p:cNvPr>
          <p:cNvSpPr>
            <a:spLocks noGrp="1"/>
          </p:cNvSpPr>
          <p:nvPr>
            <p:ph type="title"/>
          </p:nvPr>
        </p:nvSpPr>
        <p:spPr>
          <a:xfrm>
            <a:off x="579789" y="2218842"/>
            <a:ext cx="7308850" cy="1898788"/>
          </a:xfrm>
        </p:spPr>
        <p:txBody>
          <a:bodyPr/>
          <a:lstStyle/>
          <a:p>
            <a:r>
              <a:rPr lang="en-US"/>
              <a:t>Project Constraint</a:t>
            </a:r>
          </a:p>
        </p:txBody>
      </p:sp>
      <p:sp>
        <p:nvSpPr>
          <p:cNvPr id="7" name="Text Placeholder 6">
            <a:extLst>
              <a:ext uri="{FF2B5EF4-FFF2-40B4-BE49-F238E27FC236}">
                <a16:creationId xmlns:a16="http://schemas.microsoft.com/office/drawing/2014/main" id="{B5751A6B-5BF3-94BE-BA85-2C4BC0AFD3A4}"/>
              </a:ext>
            </a:extLst>
          </p:cNvPr>
          <p:cNvSpPr>
            <a:spLocks noGrp="1"/>
          </p:cNvSpPr>
          <p:nvPr>
            <p:ph type="body" idx="1"/>
          </p:nvPr>
        </p:nvSpPr>
        <p:spPr>
          <a:xfrm>
            <a:off x="579788" y="4364176"/>
            <a:ext cx="7421211" cy="1500187"/>
          </a:xfrm>
        </p:spPr>
        <p:txBody>
          <a:bodyPr/>
          <a:lstStyle/>
          <a:p>
            <a:r>
              <a:rPr lang="en-US"/>
              <a:t>What are project constraints, and how do they affect your project outcomes?</a:t>
            </a:r>
          </a:p>
        </p:txBody>
      </p:sp>
    </p:spTree>
    <p:custDataLst>
      <p:tags r:id="rId1"/>
    </p:custDataLst>
    <p:extLst>
      <p:ext uri="{BB962C8B-B14F-4D97-AF65-F5344CB8AC3E}">
        <p14:creationId xmlns:p14="http://schemas.microsoft.com/office/powerpoint/2010/main" val="568992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4D5701-836B-B8C8-8C0A-932FA2248AC4}"/>
              </a:ext>
            </a:extLst>
          </p:cNvPr>
          <p:cNvSpPr>
            <a:spLocks noGrp="1"/>
          </p:cNvSpPr>
          <p:nvPr>
            <p:ph type="title"/>
          </p:nvPr>
        </p:nvSpPr>
        <p:spPr>
          <a:xfrm>
            <a:off x="838200" y="365126"/>
            <a:ext cx="10515600" cy="1119118"/>
          </a:xfrm>
        </p:spPr>
        <p:txBody>
          <a:bodyPr tIns="45720">
            <a:normAutofit/>
          </a:bodyPr>
          <a:lstStyle/>
          <a:p>
            <a:r>
              <a:rPr lang="en-US"/>
              <a:t>Understanding Project Constraint</a:t>
            </a:r>
          </a:p>
        </p:txBody>
      </p:sp>
      <p:sp>
        <p:nvSpPr>
          <p:cNvPr id="5" name="Content Placeholder 4">
            <a:extLst>
              <a:ext uri="{FF2B5EF4-FFF2-40B4-BE49-F238E27FC236}">
                <a16:creationId xmlns:a16="http://schemas.microsoft.com/office/drawing/2014/main" id="{4C0E010B-4488-D276-23BB-500C805B376F}"/>
              </a:ext>
            </a:extLst>
          </p:cNvPr>
          <p:cNvSpPr>
            <a:spLocks noGrp="1"/>
          </p:cNvSpPr>
          <p:nvPr>
            <p:ph sz="quarter" idx="13"/>
          </p:nvPr>
        </p:nvSpPr>
        <p:spPr>
          <a:xfrm>
            <a:off x="838200" y="1828800"/>
            <a:ext cx="5715000" cy="4343400"/>
          </a:xfrm>
        </p:spPr>
        <p:txBody>
          <a:bodyPr wrap="square">
            <a:normAutofit lnSpcReduction="10000"/>
          </a:bodyPr>
          <a:lstStyle/>
          <a:p>
            <a:r>
              <a:rPr lang="en-US"/>
              <a:t>The balance between </a:t>
            </a:r>
            <a:r>
              <a:rPr lang="en-US" b="1"/>
              <a:t>Scope</a:t>
            </a:r>
            <a:r>
              <a:rPr lang="en-US"/>
              <a:t>, </a:t>
            </a:r>
            <a:r>
              <a:rPr lang="en-US" b="1"/>
              <a:t>Time</a:t>
            </a:r>
            <a:r>
              <a:rPr lang="en-US"/>
              <a:t>, </a:t>
            </a:r>
            <a:r>
              <a:rPr lang="en-US" b="1"/>
              <a:t>Cost</a:t>
            </a:r>
            <a:r>
              <a:rPr lang="en-US"/>
              <a:t> &amp; </a:t>
            </a:r>
            <a:r>
              <a:rPr lang="en-US" b="1"/>
              <a:t>Quality</a:t>
            </a:r>
            <a:r>
              <a:rPr lang="en-US"/>
              <a:t>.</a:t>
            </a:r>
          </a:p>
          <a:p>
            <a:pPr lvl="1"/>
            <a:r>
              <a:rPr lang="en-US" b="1"/>
              <a:t>Scope</a:t>
            </a:r>
            <a:r>
              <a:rPr lang="en-US"/>
              <a:t>: The work required to deliver the product/service.</a:t>
            </a:r>
          </a:p>
          <a:p>
            <a:pPr lvl="1"/>
            <a:r>
              <a:rPr lang="en-US" b="1"/>
              <a:t>Time</a:t>
            </a:r>
            <a:r>
              <a:rPr lang="en-US"/>
              <a:t>: The schedule and deadlines for delivery.</a:t>
            </a:r>
          </a:p>
          <a:p>
            <a:pPr lvl="1"/>
            <a:r>
              <a:rPr lang="en-US" b="1"/>
              <a:t>Cost</a:t>
            </a:r>
            <a:r>
              <a:rPr lang="en-US"/>
              <a:t>: The budget and resources needed.</a:t>
            </a:r>
          </a:p>
          <a:p>
            <a:pPr lvl="1"/>
            <a:r>
              <a:rPr lang="en-US" b="1"/>
              <a:t>Quality</a:t>
            </a:r>
            <a:r>
              <a:rPr lang="en-US"/>
              <a:t>: Often considered the fourth constraint.</a:t>
            </a:r>
          </a:p>
          <a:p>
            <a:r>
              <a:rPr lang="en-US"/>
              <a:t>Changes to one constraint impact the others.</a:t>
            </a:r>
          </a:p>
        </p:txBody>
      </p:sp>
      <p:pic>
        <p:nvPicPr>
          <p:cNvPr id="3" name="Picture 2" descr="This image illustrates the project management triangle, also known as the 'iron triangle' or 'triple constraint.' It depicts a triangle with 'Quality' at the center, surrounded by 'Cost,' 'Time,' and 'Scope' at the corners. Each side of the triangle connects these elements, visually representing how they are interrelated and how changes to one affect the others.">
            <a:extLst>
              <a:ext uri="{FF2B5EF4-FFF2-40B4-BE49-F238E27FC236}">
                <a16:creationId xmlns:a16="http://schemas.microsoft.com/office/drawing/2014/main" id="{E9663BB1-CF4A-CFA0-0E13-44D8E6542C9B}"/>
              </a:ext>
            </a:extLst>
          </p:cNvPr>
          <p:cNvPicPr>
            <a:picLocks noChangeAspect="1"/>
          </p:cNvPicPr>
          <p:nvPr/>
        </p:nvPicPr>
        <p:blipFill>
          <a:blip r:embed="rId4"/>
          <a:srcRect t="5722" b="11822"/>
          <a:stretch/>
        </p:blipFill>
        <p:spPr>
          <a:xfrm>
            <a:off x="7010401" y="2286000"/>
            <a:ext cx="4343399" cy="3581400"/>
          </a:xfrm>
          <a:prstGeom prst="rect">
            <a:avLst/>
          </a:prstGeom>
        </p:spPr>
      </p:pic>
    </p:spTree>
    <p:custDataLst>
      <p:tags r:id="rId1"/>
    </p:custDataLst>
    <p:extLst>
      <p:ext uri="{BB962C8B-B14F-4D97-AF65-F5344CB8AC3E}">
        <p14:creationId xmlns:p14="http://schemas.microsoft.com/office/powerpoint/2010/main" val="1715183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C61B325-C373-63C1-38F2-C7F37E167D7D}"/>
              </a:ext>
            </a:extLst>
          </p:cNvPr>
          <p:cNvSpPr>
            <a:spLocks noGrp="1"/>
          </p:cNvSpPr>
          <p:nvPr>
            <p:ph type="title"/>
          </p:nvPr>
        </p:nvSpPr>
        <p:spPr>
          <a:xfrm>
            <a:off x="579789" y="2218842"/>
            <a:ext cx="7308850" cy="1898788"/>
          </a:xfrm>
        </p:spPr>
        <p:txBody>
          <a:bodyPr/>
          <a:lstStyle/>
          <a:p>
            <a:r>
              <a:rPr lang="en-US"/>
              <a:t>Project Manager Skill Set</a:t>
            </a:r>
          </a:p>
        </p:txBody>
      </p:sp>
      <p:sp>
        <p:nvSpPr>
          <p:cNvPr id="14" name="Text Placeholder 13">
            <a:extLst>
              <a:ext uri="{FF2B5EF4-FFF2-40B4-BE49-F238E27FC236}">
                <a16:creationId xmlns:a16="http://schemas.microsoft.com/office/drawing/2014/main" id="{AD0369FF-0A96-550A-7467-D9DD3CF8478E}"/>
              </a:ext>
            </a:extLst>
          </p:cNvPr>
          <p:cNvSpPr>
            <a:spLocks noGrp="1"/>
          </p:cNvSpPr>
          <p:nvPr>
            <p:ph type="body" idx="1"/>
          </p:nvPr>
        </p:nvSpPr>
        <p:spPr>
          <a:xfrm>
            <a:off x="579788" y="4364176"/>
            <a:ext cx="7421211" cy="1500187"/>
          </a:xfrm>
        </p:spPr>
        <p:txBody>
          <a:bodyPr/>
          <a:lstStyle/>
          <a:p>
            <a:r>
              <a:rPr lang="en-US"/>
              <a:t>Which skills are most important for effective project management?</a:t>
            </a:r>
          </a:p>
        </p:txBody>
      </p:sp>
    </p:spTree>
    <p:custDataLst>
      <p:tags r:id="rId1"/>
    </p:custDataLst>
    <p:extLst>
      <p:ext uri="{BB962C8B-B14F-4D97-AF65-F5344CB8AC3E}">
        <p14:creationId xmlns:p14="http://schemas.microsoft.com/office/powerpoint/2010/main" val="828399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0FE8AE-CA6A-0DBC-7A25-2DF5D30FB6C0}"/>
              </a:ext>
            </a:extLst>
          </p:cNvPr>
          <p:cNvSpPr>
            <a:spLocks noGrp="1"/>
          </p:cNvSpPr>
          <p:nvPr>
            <p:ph type="title"/>
          </p:nvPr>
        </p:nvSpPr>
        <p:spPr>
          <a:xfrm>
            <a:off x="536575" y="476250"/>
            <a:ext cx="10131425" cy="768350"/>
          </a:xfrm>
        </p:spPr>
        <p:txBody>
          <a:bodyPr>
            <a:normAutofit/>
          </a:bodyPr>
          <a:lstStyle/>
          <a:p>
            <a:r>
              <a:rPr lang="en-US"/>
              <a:t>Skill Sets for Project Managers</a:t>
            </a:r>
          </a:p>
        </p:txBody>
      </p:sp>
      <p:sp>
        <p:nvSpPr>
          <p:cNvPr id="7" name="Content Placeholder 6">
            <a:extLst>
              <a:ext uri="{FF2B5EF4-FFF2-40B4-BE49-F238E27FC236}">
                <a16:creationId xmlns:a16="http://schemas.microsoft.com/office/drawing/2014/main" id="{02442F50-735A-01B7-F1F5-33EB511C704E}"/>
              </a:ext>
            </a:extLst>
          </p:cNvPr>
          <p:cNvSpPr>
            <a:spLocks noGrp="1"/>
          </p:cNvSpPr>
          <p:nvPr>
            <p:ph type="body" sz="quarter" idx="16"/>
          </p:nvPr>
        </p:nvSpPr>
        <p:spPr>
          <a:xfrm>
            <a:off x="534988" y="1652588"/>
            <a:ext cx="3421062" cy="790575"/>
          </a:xfrm>
        </p:spPr>
        <p:txBody>
          <a:bodyPr/>
          <a:lstStyle/>
          <a:p>
            <a:r>
              <a:rPr lang="en-US"/>
              <a:t>Personal Skills</a:t>
            </a:r>
          </a:p>
        </p:txBody>
      </p:sp>
      <p:sp>
        <p:nvSpPr>
          <p:cNvPr id="6" name="Content Placeholder 5">
            <a:extLst>
              <a:ext uri="{FF2B5EF4-FFF2-40B4-BE49-F238E27FC236}">
                <a16:creationId xmlns:a16="http://schemas.microsoft.com/office/drawing/2014/main" id="{1E5D6C53-69C4-A17C-5BA7-8BC6853C08A5}"/>
              </a:ext>
            </a:extLst>
          </p:cNvPr>
          <p:cNvSpPr>
            <a:spLocks noGrp="1"/>
          </p:cNvSpPr>
          <p:nvPr>
            <p:ph type="body" sz="quarter" idx="13"/>
          </p:nvPr>
        </p:nvSpPr>
        <p:spPr>
          <a:xfrm>
            <a:off x="534988" y="2443163"/>
            <a:ext cx="3421062" cy="3419475"/>
          </a:xfrm>
        </p:spPr>
        <p:txBody>
          <a:bodyPr>
            <a:normAutofit/>
          </a:bodyPr>
          <a:lstStyle/>
          <a:p>
            <a:r>
              <a:rPr lang="en-US" sz="2400"/>
              <a:t>Good </a:t>
            </a:r>
            <a:r>
              <a:rPr lang="en-US" sz="2400" b="1"/>
              <a:t>communication</a:t>
            </a:r>
            <a:r>
              <a:rPr lang="en-US" sz="2400"/>
              <a:t> skills.</a:t>
            </a:r>
          </a:p>
          <a:p>
            <a:r>
              <a:rPr lang="en-US" sz="2400" b="1"/>
              <a:t>Creative</a:t>
            </a:r>
            <a:r>
              <a:rPr lang="en-US" sz="2400"/>
              <a:t> problem solver.</a:t>
            </a:r>
          </a:p>
          <a:p>
            <a:r>
              <a:rPr lang="en-US" sz="2400"/>
              <a:t>Ability to motivate and sustain workers.</a:t>
            </a:r>
          </a:p>
        </p:txBody>
      </p:sp>
      <p:sp>
        <p:nvSpPr>
          <p:cNvPr id="4" name="Text Placeholder 3">
            <a:extLst>
              <a:ext uri="{FF2B5EF4-FFF2-40B4-BE49-F238E27FC236}">
                <a16:creationId xmlns:a16="http://schemas.microsoft.com/office/drawing/2014/main" id="{E71FB637-2E0B-EB62-B80C-9AE8A4657509}"/>
              </a:ext>
            </a:extLst>
          </p:cNvPr>
          <p:cNvSpPr>
            <a:spLocks noGrp="1"/>
          </p:cNvSpPr>
          <p:nvPr>
            <p:ph type="body" sz="quarter" idx="17"/>
          </p:nvPr>
        </p:nvSpPr>
        <p:spPr>
          <a:xfrm>
            <a:off x="4389438" y="1652588"/>
            <a:ext cx="3421062" cy="790575"/>
          </a:xfrm>
        </p:spPr>
        <p:txBody>
          <a:bodyPr/>
          <a:lstStyle/>
          <a:p>
            <a:r>
              <a:rPr lang="en-US"/>
              <a:t>Technical Skills</a:t>
            </a:r>
          </a:p>
        </p:txBody>
      </p:sp>
      <p:sp>
        <p:nvSpPr>
          <p:cNvPr id="12" name="Text Placeholder 11">
            <a:extLst>
              <a:ext uri="{FF2B5EF4-FFF2-40B4-BE49-F238E27FC236}">
                <a16:creationId xmlns:a16="http://schemas.microsoft.com/office/drawing/2014/main" id="{9175CDCF-869F-9E21-E8DF-1C33056239AE}"/>
              </a:ext>
            </a:extLst>
          </p:cNvPr>
          <p:cNvSpPr>
            <a:spLocks noGrp="1"/>
          </p:cNvSpPr>
          <p:nvPr>
            <p:ph type="body" sz="quarter" idx="24"/>
          </p:nvPr>
        </p:nvSpPr>
        <p:spPr>
          <a:xfrm>
            <a:off x="4389438" y="2443163"/>
            <a:ext cx="3421062" cy="3419475"/>
          </a:xfrm>
        </p:spPr>
        <p:txBody>
          <a:bodyPr>
            <a:normAutofit/>
          </a:bodyPr>
          <a:lstStyle/>
          <a:p>
            <a:r>
              <a:rPr lang="en-US" sz="2400"/>
              <a:t>Not the “deep” technical aspects but just enough to understand the </a:t>
            </a:r>
            <a:r>
              <a:rPr lang="en-US" sz="2400" b="1"/>
              <a:t>technical requirements </a:t>
            </a:r>
            <a:r>
              <a:rPr lang="en-US" sz="2400"/>
              <a:t>of the project.</a:t>
            </a:r>
          </a:p>
        </p:txBody>
      </p:sp>
      <p:sp>
        <p:nvSpPr>
          <p:cNvPr id="8" name="Text Placeholder 7">
            <a:extLst>
              <a:ext uri="{FF2B5EF4-FFF2-40B4-BE49-F238E27FC236}">
                <a16:creationId xmlns:a16="http://schemas.microsoft.com/office/drawing/2014/main" id="{5E26B41C-9502-074B-FBAF-2555995BABB8}"/>
              </a:ext>
            </a:extLst>
          </p:cNvPr>
          <p:cNvSpPr>
            <a:spLocks noGrp="1"/>
          </p:cNvSpPr>
          <p:nvPr>
            <p:ph type="body" sz="quarter" idx="18"/>
          </p:nvPr>
        </p:nvSpPr>
        <p:spPr>
          <a:xfrm>
            <a:off x="8239125" y="1652588"/>
            <a:ext cx="3421063" cy="790575"/>
          </a:xfrm>
        </p:spPr>
        <p:txBody>
          <a:bodyPr/>
          <a:lstStyle/>
          <a:p>
            <a:r>
              <a:rPr lang="en-US"/>
              <a:t>Management Skills</a:t>
            </a:r>
          </a:p>
        </p:txBody>
      </p:sp>
      <p:sp>
        <p:nvSpPr>
          <p:cNvPr id="13" name="Text Placeholder 12">
            <a:extLst>
              <a:ext uri="{FF2B5EF4-FFF2-40B4-BE49-F238E27FC236}">
                <a16:creationId xmlns:a16="http://schemas.microsoft.com/office/drawing/2014/main" id="{BDC680E6-C900-B4D1-3C33-286C7BBAABBA}"/>
              </a:ext>
            </a:extLst>
          </p:cNvPr>
          <p:cNvSpPr>
            <a:spLocks noGrp="1"/>
          </p:cNvSpPr>
          <p:nvPr>
            <p:ph type="body" sz="quarter" idx="25"/>
          </p:nvPr>
        </p:nvSpPr>
        <p:spPr>
          <a:xfrm>
            <a:off x="8239125" y="2443163"/>
            <a:ext cx="3421063" cy="3419475"/>
          </a:xfrm>
        </p:spPr>
        <p:txBody>
          <a:bodyPr>
            <a:normAutofit/>
          </a:bodyPr>
          <a:lstStyle/>
          <a:p>
            <a:r>
              <a:rPr lang="en-US" sz="2400"/>
              <a:t>Must understand how the company </a:t>
            </a:r>
            <a:r>
              <a:rPr lang="en-US" sz="2400" b="1"/>
              <a:t>operates</a:t>
            </a:r>
            <a:r>
              <a:rPr lang="en-US" sz="2400"/>
              <a:t>, how costs are </a:t>
            </a:r>
            <a:r>
              <a:rPr lang="en-US" sz="2400" b="1"/>
              <a:t>accounted</a:t>
            </a:r>
            <a:r>
              <a:rPr lang="en-US" sz="2400"/>
              <a:t> for, who needs to be </a:t>
            </a:r>
            <a:r>
              <a:rPr lang="en-US" sz="2400" b="1"/>
              <a:t>informed</a:t>
            </a:r>
            <a:r>
              <a:rPr lang="en-US" sz="2400"/>
              <a:t>, how the company is </a:t>
            </a:r>
            <a:r>
              <a:rPr lang="en-US" sz="2400" b="1"/>
              <a:t>organized</a:t>
            </a:r>
            <a:r>
              <a:rPr lang="en-US" sz="2400"/>
              <a:t>.</a:t>
            </a:r>
          </a:p>
        </p:txBody>
      </p:sp>
    </p:spTree>
    <p:custDataLst>
      <p:tags r:id="rId1"/>
    </p:custDataLst>
    <p:extLst>
      <p:ext uri="{BB962C8B-B14F-4D97-AF65-F5344CB8AC3E}">
        <p14:creationId xmlns:p14="http://schemas.microsoft.com/office/powerpoint/2010/main" val="2552542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654656F-2045-4AFC-DBEE-99CBF4D916E2}"/>
              </a:ext>
            </a:extLst>
          </p:cNvPr>
          <p:cNvSpPr>
            <a:spLocks noGrp="1"/>
          </p:cNvSpPr>
          <p:nvPr>
            <p:ph type="title"/>
          </p:nvPr>
        </p:nvSpPr>
        <p:spPr/>
        <p:txBody>
          <a:bodyPr/>
          <a:lstStyle/>
          <a:p>
            <a:r>
              <a:rPr lang="en-US"/>
              <a:t>Personal Skills</a:t>
            </a:r>
          </a:p>
        </p:txBody>
      </p:sp>
      <p:sp>
        <p:nvSpPr>
          <p:cNvPr id="14" name="Text Placeholder 13">
            <a:extLst>
              <a:ext uri="{FF2B5EF4-FFF2-40B4-BE49-F238E27FC236}">
                <a16:creationId xmlns:a16="http://schemas.microsoft.com/office/drawing/2014/main" id="{AE8812DA-89BF-AB10-5FBA-49662079AFE2}"/>
              </a:ext>
            </a:extLst>
          </p:cNvPr>
          <p:cNvSpPr>
            <a:spLocks noGrp="1"/>
          </p:cNvSpPr>
          <p:nvPr>
            <p:ph type="body" sz="half" idx="2"/>
          </p:nvPr>
        </p:nvSpPr>
        <p:spPr/>
        <p:txBody>
          <a:bodyPr/>
          <a:lstStyle/>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E2841"/>
                </a:solidFill>
                <a:effectLst/>
                <a:uLnTx/>
                <a:uFillTx/>
                <a:latin typeface="Arial" panose="020B0604020202020204"/>
                <a:ea typeface="Verdana" panose="020B0604030504040204" pitchFamily="34" charset="0"/>
              </a:rPr>
              <a:t>Good </a:t>
            </a:r>
            <a:r>
              <a:rPr kumimoji="0" lang="en-US" sz="2800" b="1" i="0" u="none" strike="noStrike" kern="1200" cap="none" spc="0" normalizeH="0" baseline="0" noProof="0">
                <a:ln>
                  <a:noFill/>
                </a:ln>
                <a:solidFill>
                  <a:srgbClr val="0E2841"/>
                </a:solidFill>
                <a:effectLst/>
                <a:uLnTx/>
                <a:uFillTx/>
                <a:latin typeface="Arial" panose="020B0604020202020204"/>
                <a:ea typeface="Verdana" panose="020B0604030504040204" pitchFamily="34" charset="0"/>
              </a:rPr>
              <a:t>communication</a:t>
            </a:r>
            <a:r>
              <a:rPr kumimoji="0" lang="en-US" sz="2800" b="0" i="0" u="none" strike="noStrike" kern="1200" cap="none" spc="0" normalizeH="0" baseline="0" noProof="0">
                <a:ln>
                  <a:noFill/>
                </a:ln>
                <a:solidFill>
                  <a:srgbClr val="0E2841"/>
                </a:solidFill>
                <a:effectLst/>
                <a:uLnTx/>
                <a:uFillTx/>
                <a:latin typeface="Arial" panose="020B0604020202020204"/>
                <a:ea typeface="Verdana" panose="020B0604030504040204" pitchFamily="34" charset="0"/>
              </a:rPr>
              <a:t> skills.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a:ln>
                  <a:noFill/>
                </a:ln>
                <a:solidFill>
                  <a:srgbClr val="0E2841"/>
                </a:solidFill>
                <a:effectLst/>
                <a:uLnTx/>
                <a:uFillTx/>
                <a:latin typeface="Arial" panose="020B0604020202020204"/>
                <a:ea typeface="Verdana" panose="020B0604030504040204" pitchFamily="34" charset="0"/>
              </a:rPr>
              <a:t>Creative</a:t>
            </a:r>
            <a:r>
              <a:rPr kumimoji="0" lang="en-US" sz="2800" b="0" i="0" u="none" strike="noStrike" kern="1200" cap="none" spc="0" normalizeH="0" baseline="0" noProof="0">
                <a:ln>
                  <a:noFill/>
                </a:ln>
                <a:solidFill>
                  <a:srgbClr val="0E2841"/>
                </a:solidFill>
                <a:effectLst/>
                <a:uLnTx/>
                <a:uFillTx/>
                <a:latin typeface="Arial" panose="020B0604020202020204"/>
                <a:ea typeface="Verdana" panose="020B0604030504040204" pitchFamily="34" charset="0"/>
              </a:rPr>
              <a:t> problem solver.</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0E2841"/>
                </a:solidFill>
                <a:effectLst/>
                <a:uLnTx/>
                <a:uFillTx/>
                <a:latin typeface="Arial" panose="020B0604020202020204"/>
                <a:ea typeface="Verdana" panose="020B0604030504040204" pitchFamily="34" charset="0"/>
              </a:rPr>
              <a:t>Ability to motivate and sustain workers.</a:t>
            </a:r>
          </a:p>
          <a:p>
            <a:endParaRPr lang="en-US"/>
          </a:p>
        </p:txBody>
      </p:sp>
      <p:pic>
        <p:nvPicPr>
          <p:cNvPr id="16" name="Picture Placeholder 15" descr="A bearded man in a red sweater is presenting on personal skills in project management. He gestures towards a whiteboard covered with colorful sticky notes containing key skills and icons, like 'Communication,' 'Leadership,' and 'Problem-Solving">
            <a:extLst>
              <a:ext uri="{FF2B5EF4-FFF2-40B4-BE49-F238E27FC236}">
                <a16:creationId xmlns:a16="http://schemas.microsoft.com/office/drawing/2014/main" id="{6A571F4F-AC43-50E2-8CB2-845F4567D5D5}"/>
              </a:ext>
            </a:extLst>
          </p:cNvPr>
          <p:cNvPicPr>
            <a:picLocks noGrp="1" noChangeAspect="1"/>
          </p:cNvPicPr>
          <p:nvPr>
            <p:ph type="pic" idx="1"/>
          </p:nvPr>
        </p:nvPicPr>
        <p:blipFill>
          <a:blip r:embed="rId4"/>
          <a:srcRect l="846" r="846"/>
          <a:stretch/>
        </p:blipFill>
        <p:spPr/>
      </p:pic>
    </p:spTree>
    <p:custDataLst>
      <p:tags r:id="rId1"/>
    </p:custDataLst>
    <p:extLst>
      <p:ext uri="{BB962C8B-B14F-4D97-AF65-F5344CB8AC3E}">
        <p14:creationId xmlns:p14="http://schemas.microsoft.com/office/powerpoint/2010/main" val="4009078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654656F-2045-4AFC-DBEE-99CBF4D916E2}"/>
              </a:ext>
            </a:extLst>
          </p:cNvPr>
          <p:cNvSpPr>
            <a:spLocks noGrp="1"/>
          </p:cNvSpPr>
          <p:nvPr>
            <p:ph type="title"/>
          </p:nvPr>
        </p:nvSpPr>
        <p:spPr/>
        <p:txBody>
          <a:bodyPr/>
          <a:lstStyle/>
          <a:p>
            <a:r>
              <a:rPr lang="en-US"/>
              <a:t>Technical Skills</a:t>
            </a:r>
          </a:p>
        </p:txBody>
      </p:sp>
      <p:sp>
        <p:nvSpPr>
          <p:cNvPr id="14" name="Text Placeholder 13">
            <a:extLst>
              <a:ext uri="{FF2B5EF4-FFF2-40B4-BE49-F238E27FC236}">
                <a16:creationId xmlns:a16="http://schemas.microsoft.com/office/drawing/2014/main" id="{AE8812DA-89BF-AB10-5FBA-49662079AFE2}"/>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sz="2800"/>
              <a:t>Not the “deep” technical aspects but just enough to understand the </a:t>
            </a:r>
            <a:r>
              <a:rPr lang="en-US" sz="2800" b="1"/>
              <a:t>technical requirements </a:t>
            </a:r>
            <a:r>
              <a:rPr lang="en-US" sz="2800"/>
              <a:t>of the project.</a:t>
            </a:r>
          </a:p>
        </p:txBody>
      </p:sp>
      <p:pic>
        <p:nvPicPr>
          <p:cNvPr id="16" name="Picture Placeholder 15" descr="A woman analyzes project charts on a computer in a dimly lit office, highlighting the need for technical understanding in project management.">
            <a:extLst>
              <a:ext uri="{FF2B5EF4-FFF2-40B4-BE49-F238E27FC236}">
                <a16:creationId xmlns:a16="http://schemas.microsoft.com/office/drawing/2014/main" id="{6A571F4F-AC43-50E2-8CB2-845F4567D5D5}"/>
              </a:ext>
            </a:extLst>
          </p:cNvPr>
          <p:cNvPicPr>
            <a:picLocks noGrp="1" noChangeAspect="1"/>
          </p:cNvPicPr>
          <p:nvPr>
            <p:ph type="pic" idx="1"/>
          </p:nvPr>
        </p:nvPicPr>
        <p:blipFill>
          <a:blip r:embed="rId4"/>
          <a:srcRect l="13098" r="13098"/>
          <a:stretch>
            <a:fillRect/>
          </a:stretch>
        </p:blipFill>
        <p:spPr/>
      </p:pic>
    </p:spTree>
    <p:custDataLst>
      <p:tags r:id="rId1"/>
    </p:custDataLst>
    <p:extLst>
      <p:ext uri="{BB962C8B-B14F-4D97-AF65-F5344CB8AC3E}">
        <p14:creationId xmlns:p14="http://schemas.microsoft.com/office/powerpoint/2010/main" val="2030517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654656F-2045-4AFC-DBEE-99CBF4D916E2}"/>
              </a:ext>
            </a:extLst>
          </p:cNvPr>
          <p:cNvSpPr>
            <a:spLocks noGrp="1"/>
          </p:cNvSpPr>
          <p:nvPr>
            <p:ph type="title"/>
          </p:nvPr>
        </p:nvSpPr>
        <p:spPr/>
        <p:txBody>
          <a:bodyPr/>
          <a:lstStyle/>
          <a:p>
            <a:r>
              <a:rPr lang="en-US"/>
              <a:t>Management Skills</a:t>
            </a:r>
          </a:p>
        </p:txBody>
      </p:sp>
      <p:sp>
        <p:nvSpPr>
          <p:cNvPr id="14" name="Text Placeholder 13">
            <a:extLst>
              <a:ext uri="{FF2B5EF4-FFF2-40B4-BE49-F238E27FC236}">
                <a16:creationId xmlns:a16="http://schemas.microsoft.com/office/drawing/2014/main" id="{AE8812DA-89BF-AB10-5FBA-49662079AFE2}"/>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sz="2800"/>
              <a:t>Must understand how the company </a:t>
            </a:r>
            <a:r>
              <a:rPr lang="en-US" sz="2800" b="1"/>
              <a:t>operates</a:t>
            </a:r>
            <a:r>
              <a:rPr lang="en-US" sz="2800"/>
              <a:t>, how costs are </a:t>
            </a:r>
            <a:r>
              <a:rPr lang="en-US" sz="2800" b="1"/>
              <a:t>accounted</a:t>
            </a:r>
            <a:r>
              <a:rPr lang="en-US" sz="2800"/>
              <a:t> for, who needs to be </a:t>
            </a:r>
            <a:r>
              <a:rPr lang="en-US" sz="2800" b="1"/>
              <a:t>informed</a:t>
            </a:r>
            <a:r>
              <a:rPr lang="en-US" sz="2800"/>
              <a:t>, how the company is </a:t>
            </a:r>
            <a:r>
              <a:rPr lang="en-US" sz="2800" b="1"/>
              <a:t>organized</a:t>
            </a:r>
            <a:r>
              <a:rPr lang="en-US" sz="2800"/>
              <a:t>.</a:t>
            </a:r>
          </a:p>
        </p:txBody>
      </p:sp>
      <p:pic>
        <p:nvPicPr>
          <p:cNvPr id="16" name="Picture Placeholder 15" descr="In a dimly lit office, a Black man presents company operational or financial information on a tablet to two white women at a desk, one listening intently. This scene highlights key management skills like understanding company operations and internal communication.">
            <a:extLst>
              <a:ext uri="{FF2B5EF4-FFF2-40B4-BE49-F238E27FC236}">
                <a16:creationId xmlns:a16="http://schemas.microsoft.com/office/drawing/2014/main" id="{6A571F4F-AC43-50E2-8CB2-845F4567D5D5}"/>
              </a:ext>
            </a:extLst>
          </p:cNvPr>
          <p:cNvPicPr>
            <a:picLocks noGrp="1" noChangeAspect="1"/>
          </p:cNvPicPr>
          <p:nvPr>
            <p:ph type="pic" idx="1"/>
          </p:nvPr>
        </p:nvPicPr>
        <p:blipFill>
          <a:blip r:embed="rId4"/>
          <a:srcRect l="13097" r="13097"/>
          <a:stretch/>
        </p:blipFill>
        <p:spPr/>
      </p:pic>
    </p:spTree>
    <p:custDataLst>
      <p:tags r:id="rId1"/>
    </p:custDataLst>
    <p:extLst>
      <p:ext uri="{BB962C8B-B14F-4D97-AF65-F5344CB8AC3E}">
        <p14:creationId xmlns:p14="http://schemas.microsoft.com/office/powerpoint/2010/main" val="3228275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7A3D-A073-FF96-30EB-41188C86427E}"/>
              </a:ext>
            </a:extLst>
          </p:cNvPr>
          <p:cNvSpPr>
            <a:spLocks noGrp="1"/>
          </p:cNvSpPr>
          <p:nvPr>
            <p:ph type="title"/>
          </p:nvPr>
        </p:nvSpPr>
        <p:spPr/>
        <p:txBody>
          <a:bodyPr/>
          <a:lstStyle/>
          <a:p>
            <a:r>
              <a:rPr lang="en-US"/>
              <a:t>Best Practices for Presentation Design</a:t>
            </a:r>
          </a:p>
        </p:txBody>
      </p:sp>
      <p:sp>
        <p:nvSpPr>
          <p:cNvPr id="20" name="Content Placeholder 19">
            <a:extLst>
              <a:ext uri="{FF2B5EF4-FFF2-40B4-BE49-F238E27FC236}">
                <a16:creationId xmlns:a16="http://schemas.microsoft.com/office/drawing/2014/main" id="{F444B2FA-4676-93A0-6290-267C7169EF9A}"/>
              </a:ext>
            </a:extLst>
          </p:cNvPr>
          <p:cNvSpPr>
            <a:spLocks noGrp="1"/>
          </p:cNvSpPr>
          <p:nvPr>
            <p:ph idx="4294967295"/>
          </p:nvPr>
        </p:nvSpPr>
        <p:spPr>
          <a:xfrm>
            <a:off x="838200" y="1825625"/>
            <a:ext cx="10515600" cy="4351338"/>
          </a:xfrm>
        </p:spPr>
        <p:txBody>
          <a:bodyPr>
            <a:normAutofit/>
          </a:bodyPr>
          <a:lstStyle/>
          <a:p>
            <a:r>
              <a:rPr lang="en-US"/>
              <a:t>Slides are meant to </a:t>
            </a:r>
            <a:r>
              <a:rPr lang="en-US" b="1"/>
              <a:t>support</a:t>
            </a:r>
            <a:r>
              <a:rPr lang="en-US"/>
              <a:t> (not replace) your presentation. The session should be an </a:t>
            </a:r>
            <a:r>
              <a:rPr lang="en-US" b="1"/>
              <a:t>engaging</a:t>
            </a:r>
            <a:r>
              <a:rPr lang="en-US"/>
              <a:t>, </a:t>
            </a:r>
            <a:r>
              <a:rPr lang="en-US" b="1"/>
              <a:t>real-time experience </a:t>
            </a:r>
            <a:r>
              <a:rPr lang="en-US"/>
              <a:t>guided by you as the presenter. </a:t>
            </a:r>
          </a:p>
          <a:p>
            <a:r>
              <a:rPr lang="en-US"/>
              <a:t>Minimize text on slides and </a:t>
            </a:r>
            <a:r>
              <a:rPr lang="en-US" b="1"/>
              <a:t>use visuals </a:t>
            </a:r>
            <a:r>
              <a:rPr lang="en-US"/>
              <a:t>purposefully. Bullet points help organize content, enhance readability, and highlight critical information.</a:t>
            </a:r>
          </a:p>
          <a:p>
            <a:r>
              <a:rPr lang="en-US"/>
              <a:t>Consider your audience’s educational background, content familiarity, and disciplinary perspectives. If specialized terminology is necessary, provide concise definitions for </a:t>
            </a:r>
            <a:r>
              <a:rPr lang="en-US" b="1"/>
              <a:t>clarity</a:t>
            </a:r>
            <a:r>
              <a:rPr lang="en-US"/>
              <a:t>.</a:t>
            </a:r>
          </a:p>
        </p:txBody>
      </p:sp>
    </p:spTree>
    <p:custDataLst>
      <p:tags r:id="rId1"/>
    </p:custDataLst>
    <p:extLst>
      <p:ext uri="{BB962C8B-B14F-4D97-AF65-F5344CB8AC3E}">
        <p14:creationId xmlns:p14="http://schemas.microsoft.com/office/powerpoint/2010/main" val="77755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7A3D-A073-FF96-30EB-41188C86427E}"/>
              </a:ext>
            </a:extLst>
          </p:cNvPr>
          <p:cNvSpPr>
            <a:spLocks noGrp="1"/>
          </p:cNvSpPr>
          <p:nvPr>
            <p:ph type="title"/>
          </p:nvPr>
        </p:nvSpPr>
        <p:spPr>
          <a:xfrm>
            <a:off x="838200" y="365126"/>
            <a:ext cx="10515600" cy="1119118"/>
          </a:xfrm>
        </p:spPr>
        <p:txBody>
          <a:bodyPr>
            <a:normAutofit fontScale="90000"/>
          </a:bodyPr>
          <a:lstStyle/>
          <a:p>
            <a:r>
              <a:rPr lang="en-US"/>
              <a:t>Best Practices for Presentation Design </a:t>
            </a:r>
            <a:r>
              <a:rPr lang="en-US" i="1"/>
              <a:t>Continued</a:t>
            </a:r>
          </a:p>
        </p:txBody>
      </p:sp>
      <p:sp>
        <p:nvSpPr>
          <p:cNvPr id="20" name="Content Placeholder 19">
            <a:extLst>
              <a:ext uri="{FF2B5EF4-FFF2-40B4-BE49-F238E27FC236}">
                <a16:creationId xmlns:a16="http://schemas.microsoft.com/office/drawing/2014/main" id="{F444B2FA-4676-93A0-6290-267C7169EF9A}"/>
              </a:ext>
            </a:extLst>
          </p:cNvPr>
          <p:cNvSpPr>
            <a:spLocks noGrp="1"/>
          </p:cNvSpPr>
          <p:nvPr>
            <p:ph sz="quarter" idx="13"/>
          </p:nvPr>
        </p:nvSpPr>
        <p:spPr>
          <a:xfrm>
            <a:off x="838200" y="1828800"/>
            <a:ext cx="10591800" cy="4343400"/>
          </a:xfrm>
        </p:spPr>
        <p:txBody>
          <a:bodyPr>
            <a:normAutofit lnSpcReduction="10000"/>
          </a:bodyPr>
          <a:lstStyle/>
          <a:p>
            <a:r>
              <a:rPr lang="en-US"/>
              <a:t>Emphasize the essential takeaways you want your audience to retain, and ensure your message is </a:t>
            </a:r>
            <a:r>
              <a:rPr lang="en-US" b="1"/>
              <a:t>clear</a:t>
            </a:r>
            <a:r>
              <a:rPr lang="en-US"/>
              <a:t> and </a:t>
            </a:r>
            <a:r>
              <a:rPr lang="en-US" b="1"/>
              <a:t>memorable</a:t>
            </a:r>
            <a:r>
              <a:rPr lang="en-US"/>
              <a:t>.</a:t>
            </a:r>
          </a:p>
          <a:p>
            <a:r>
              <a:rPr lang="en-US"/>
              <a:t>Slide text should </a:t>
            </a:r>
            <a:r>
              <a:rPr lang="en-US" b="1"/>
              <a:t>complement</a:t>
            </a:r>
            <a:r>
              <a:rPr lang="en-US"/>
              <a:t> your spoken points rather than duplicate them.</a:t>
            </a:r>
          </a:p>
          <a:p>
            <a:r>
              <a:rPr lang="en-US"/>
              <a:t>Use visuals strategically to convey meaning, “</a:t>
            </a:r>
            <a:r>
              <a:rPr lang="en-US" b="1"/>
              <a:t>show rather than tell</a:t>
            </a:r>
            <a:r>
              <a:rPr lang="en-US"/>
              <a:t>”, when appropriate.</a:t>
            </a:r>
          </a:p>
          <a:p>
            <a:r>
              <a:rPr lang="en-US"/>
              <a:t>Strive for </a:t>
            </a:r>
            <a:r>
              <a:rPr lang="en-US" b="1"/>
              <a:t>simplicity</a:t>
            </a:r>
            <a:r>
              <a:rPr lang="en-US"/>
              <a:t>. Avoid visual clutter, which can detract from your message.</a:t>
            </a:r>
          </a:p>
          <a:p>
            <a:r>
              <a:rPr lang="en-US"/>
              <a:t>Maintain a </a:t>
            </a:r>
            <a:r>
              <a:rPr lang="en-US" b="1"/>
              <a:t>consistent tone </a:t>
            </a:r>
            <a:r>
              <a:rPr lang="en-US"/>
              <a:t>and visual style throughout the presentation to support </a:t>
            </a:r>
            <a:r>
              <a:rPr lang="en-US" b="1"/>
              <a:t>clarity</a:t>
            </a:r>
            <a:r>
              <a:rPr lang="en-US"/>
              <a:t> and </a:t>
            </a:r>
            <a:r>
              <a:rPr lang="en-US" b="1"/>
              <a:t>professionalism</a:t>
            </a:r>
            <a:r>
              <a:rPr lang="en-US"/>
              <a:t>.</a:t>
            </a:r>
          </a:p>
        </p:txBody>
      </p:sp>
    </p:spTree>
    <p:custDataLst>
      <p:tags r:id="rId1"/>
    </p:custDataLst>
    <p:extLst>
      <p:ext uri="{BB962C8B-B14F-4D97-AF65-F5344CB8AC3E}">
        <p14:creationId xmlns:p14="http://schemas.microsoft.com/office/powerpoint/2010/main" val="2020851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D5F7D4-F892-8DC7-2CB1-EA163C5E365A}"/>
              </a:ext>
            </a:extLst>
          </p:cNvPr>
          <p:cNvSpPr>
            <a:spLocks noGrp="1"/>
          </p:cNvSpPr>
          <p:nvPr>
            <p:ph type="title"/>
          </p:nvPr>
        </p:nvSpPr>
        <p:spPr>
          <a:xfrm>
            <a:off x="1489391" y="3177881"/>
            <a:ext cx="10658061" cy="1089319"/>
          </a:xfrm>
        </p:spPr>
        <p:txBody>
          <a:bodyPr/>
          <a:lstStyle/>
          <a:p>
            <a:r>
              <a:rPr lang="en-US" sz="2800" dirty="0">
                <a:latin typeface="+mn-lt"/>
              </a:rPr>
              <a:t>Need Support? Submit a Ticket via </a:t>
            </a:r>
            <a:r>
              <a:rPr lang="en-US" sz="2800" dirty="0" err="1">
                <a:latin typeface="+mn-lt"/>
                <a:hlinkClick r:id="rId3"/>
              </a:rPr>
              <a:t>TeamDynamix</a:t>
            </a:r>
            <a:r>
              <a:rPr lang="en-US" sz="2800" dirty="0">
                <a:latin typeface="+mn-lt"/>
              </a:rPr>
              <a:t>.</a:t>
            </a:r>
            <a:br>
              <a:rPr lang="en-US" sz="2800" dirty="0">
                <a:latin typeface="+mn-lt"/>
              </a:rPr>
            </a:br>
            <a:r>
              <a:rPr lang="en-US" sz="2800" dirty="0">
                <a:latin typeface="+mn-lt"/>
              </a:rPr>
              <a:t>Email: </a:t>
            </a:r>
            <a:r>
              <a:rPr lang="en-US" sz="2800" u="sng" dirty="0">
                <a:solidFill>
                  <a:srgbClr val="FFC000"/>
                </a:solidFill>
                <a:latin typeface="+mn-lt"/>
              </a:rPr>
              <a:t>XYZ@university.edu</a:t>
            </a:r>
            <a:br>
              <a:rPr lang="en-US" sz="2800" dirty="0">
                <a:latin typeface="+mn-lt"/>
              </a:rPr>
            </a:br>
            <a:r>
              <a:rPr lang="en-US" sz="2800" dirty="0">
                <a:latin typeface="+mn-lt"/>
              </a:rPr>
              <a:t>Office: University Hall, 3</a:t>
            </a:r>
            <a:r>
              <a:rPr lang="en-US" sz="2800" baseline="30000" dirty="0">
                <a:latin typeface="+mn-lt"/>
              </a:rPr>
              <a:t>rd</a:t>
            </a:r>
            <a:r>
              <a:rPr lang="en-US" sz="2800" dirty="0">
                <a:latin typeface="+mn-lt"/>
              </a:rPr>
              <a:t> Floor.</a:t>
            </a:r>
          </a:p>
        </p:txBody>
      </p:sp>
    </p:spTree>
    <p:custDataLst>
      <p:tags r:id="rId1"/>
    </p:custDataLst>
    <p:extLst>
      <p:ext uri="{BB962C8B-B14F-4D97-AF65-F5344CB8AC3E}">
        <p14:creationId xmlns:p14="http://schemas.microsoft.com/office/powerpoint/2010/main" val="1871021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7E0E9B6-5D8F-09F6-158C-6E14AE3B81E1}"/>
              </a:ext>
            </a:extLst>
          </p:cNvPr>
          <p:cNvSpPr>
            <a:spLocks noGrp="1"/>
          </p:cNvSpPr>
          <p:nvPr>
            <p:ph type="title"/>
          </p:nvPr>
        </p:nvSpPr>
        <p:spPr/>
        <p:txBody>
          <a:bodyPr/>
          <a:lstStyle/>
          <a:p>
            <a:r>
              <a:rPr lang="en-US"/>
              <a:t>Thank You!</a:t>
            </a:r>
          </a:p>
        </p:txBody>
      </p:sp>
    </p:spTree>
    <p:custDataLst>
      <p:tags r:id="rId1"/>
    </p:custDataLst>
    <p:extLst>
      <p:ext uri="{BB962C8B-B14F-4D97-AF65-F5344CB8AC3E}">
        <p14:creationId xmlns:p14="http://schemas.microsoft.com/office/powerpoint/2010/main" val="27011197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oTZSylbs"/>
  <p:tag name="ARTICULATE_SLIDE_THUMBNAIL_REFRESH" val="1"/>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AMUT COLOR">
      <a:dk1>
        <a:srgbClr val="0E2841"/>
      </a:dk1>
      <a:lt1>
        <a:srgbClr val="FFFFFF"/>
      </a:lt1>
      <a:dk2>
        <a:srgbClr val="0E2841"/>
      </a:dk2>
      <a:lt2>
        <a:srgbClr val="FFFFFF"/>
      </a:lt2>
      <a:accent1>
        <a:srgbClr val="0E2841"/>
      </a:accent1>
      <a:accent2>
        <a:srgbClr val="0E2841"/>
      </a:accent2>
      <a:accent3>
        <a:srgbClr val="0E2841"/>
      </a:accent3>
      <a:accent4>
        <a:srgbClr val="0E2841"/>
      </a:accent4>
      <a:accent5>
        <a:srgbClr val="0E2841"/>
      </a:accent5>
      <a:accent6>
        <a:srgbClr val="0E2841"/>
      </a:accent6>
      <a:hlink>
        <a:srgbClr val="CC9800"/>
      </a:hlink>
      <a:folHlink>
        <a:srgbClr val="CC98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3458B7A4464E4DB201D9B641B373E1" ma:contentTypeVersion="23" ma:contentTypeDescription="Create a new document." ma:contentTypeScope="" ma:versionID="01a42428d96ebad8d06fdc3e4e4125f6">
  <xsd:schema xmlns:xsd="http://www.w3.org/2001/XMLSchema" xmlns:xs="http://www.w3.org/2001/XMLSchema" xmlns:p="http://schemas.microsoft.com/office/2006/metadata/properties" xmlns:ns2="4ba90fcc-dc80-4f44-9355-2d1d5767434d" xmlns:ns3="0bd9b290-5cdf-40d8-80ab-aee050279732" targetNamespace="http://schemas.microsoft.com/office/2006/metadata/properties" ma:root="true" ma:fieldsID="6fc4e3b803a71de5d5dd078ab95f66d8" ns2:_="" ns3:_="">
    <xsd:import namespace="4ba90fcc-dc80-4f44-9355-2d1d5767434d"/>
    <xsd:import namespace="0bd9b290-5cdf-40d8-80ab-aee05027973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SearchProperties"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a90fcc-dc80-4f44-9355-2d1d576743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6" nillable="true" ma:displayName="Image Tags_0" ma:hidden="true" ma:internalName="lcf76f155ced4ddcb4097134ff3c332f">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d9b290-5cdf-40d8-80ab-aee05027973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617d70d-7451-4dd5-83ac-0c3402659c46}" ma:internalName="TaxCatchAll" ma:showField="CatchAllData" ma:web="0bd9b290-5cdf-40d8-80ab-aee0502797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ba90fcc-dc80-4f44-9355-2d1d5767434d" xsi:nil="true"/>
    <TaxCatchAll xmlns="0bd9b290-5cdf-40d8-80ab-aee050279732" xsi:nil="true"/>
  </documentManagement>
</p:properties>
</file>

<file path=customXml/itemProps1.xml><?xml version="1.0" encoding="utf-8"?>
<ds:datastoreItem xmlns:ds="http://schemas.openxmlformats.org/officeDocument/2006/customXml" ds:itemID="{532B8FC5-5DD4-433A-9230-D4414A074C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a90fcc-dc80-4f44-9355-2d1d5767434d"/>
    <ds:schemaRef ds:uri="0bd9b290-5cdf-40d8-80ab-aee0502797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A1990A-2480-41B4-A7C9-E6EC85451C1F}">
  <ds:schemaRefs>
    <ds:schemaRef ds:uri="http://schemas.microsoft.com/sharepoint/v3/contenttype/forms"/>
  </ds:schemaRefs>
</ds:datastoreItem>
</file>

<file path=customXml/itemProps3.xml><?xml version="1.0" encoding="utf-8"?>
<ds:datastoreItem xmlns:ds="http://schemas.openxmlformats.org/officeDocument/2006/customXml" ds:itemID="{EDE2ED86-4D3E-4B58-89BE-D32284B1713C}">
  <ds:schemaRefs>
    <ds:schemaRef ds:uri="http://purl.org/dc/dcmitype/"/>
    <ds:schemaRef ds:uri="http://schemas.microsoft.com/office/2006/documentManagement/types"/>
    <ds:schemaRef ds:uri="http://purl.org/dc/terms/"/>
    <ds:schemaRef ds:uri="http://purl.org/dc/elements/1.1/"/>
    <ds:schemaRef ds:uri="0bd9b290-5cdf-40d8-80ab-aee050279732"/>
    <ds:schemaRef ds:uri="http://schemas.microsoft.com/office/infopath/2007/PartnerControls"/>
    <ds:schemaRef ds:uri="http://schemas.openxmlformats.org/package/2006/metadata/core-properties"/>
    <ds:schemaRef ds:uri="4ba90fcc-dc80-4f44-9355-2d1d5767434d"/>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940</Words>
  <Application>Microsoft Office PowerPoint</Application>
  <PresentationFormat>Widescreen</PresentationFormat>
  <Paragraphs>103</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Proxima Nova Rg</vt:lpstr>
      <vt:lpstr>Office Theme</vt:lpstr>
      <vt:lpstr>Chapter 1: Introduction to Project Management Concepts</vt:lpstr>
      <vt:lpstr>Project Initiation </vt:lpstr>
      <vt:lpstr>Project Management Process Groups </vt:lpstr>
      <vt:lpstr>Project Constraint</vt:lpstr>
      <vt:lpstr>Understanding Project Constraint</vt:lpstr>
      <vt:lpstr>Project Manager Skill Set</vt:lpstr>
      <vt:lpstr>Skill Sets for Project Managers</vt:lpstr>
      <vt:lpstr>Personal Skills</vt:lpstr>
      <vt:lpstr>Technical Skills</vt:lpstr>
      <vt:lpstr>Management Skills</vt:lpstr>
      <vt:lpstr>Best Practices for Presentation Design</vt:lpstr>
      <vt:lpstr>Best Practices for Presentation Design Continued</vt:lpstr>
      <vt:lpstr>Need Support? Submit a Ticket via TeamDynamix. Email: XYZ@university.edu Office: University Hall, 3rd Floor.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Accessible Lecture Slide Template</dc:title>
  <dc:creator/>
  <cp:keywords>TAMUT Powerpoint Template for Faculty Use</cp:keywords>
  <cp:lastModifiedBy>Saroj Lamichhane</cp:lastModifiedBy>
  <cp:revision>4</cp:revision>
  <dcterms:created xsi:type="dcterms:W3CDTF">2024-10-11T20:58:54Z</dcterms:created>
  <dcterms:modified xsi:type="dcterms:W3CDTF">2026-08-10T03:01:16Z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4846E6D4-ED1A-4BD6-848D-0029F742AF47</vt:lpwstr>
  </property>
  <property fmtid="{D5CDD505-2E9C-101B-9397-08002B2CF9AE}" pid="3" name="ArticulatePath">
    <vt:lpwstr>ETAMU-Slides</vt:lpwstr>
  </property>
  <property fmtid="{D5CDD505-2E9C-101B-9397-08002B2CF9AE}" pid="4" name="ContentTypeId">
    <vt:lpwstr>0x010100513458B7A4464E4DB201D9B641B373E1</vt:lpwstr>
  </property>
</Properties>
</file>