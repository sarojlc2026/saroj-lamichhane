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9" r:id="rId2"/>
    <p:sldId id="266" r:id="rId3"/>
    <p:sldId id="260" r:id="rId4"/>
    <p:sldId id="264" r:id="rId5"/>
    <p:sldId id="267"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C29316-CD8C-4434-A3DC-4998CA9ECB75}" v="1" dt="2025-12-12T21:11:30.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9298" autoAdjust="0"/>
  </p:normalViewPr>
  <p:slideViewPr>
    <p:cSldViewPr snapToGrid="0" showGuides="1">
      <p:cViewPr varScale="1">
        <p:scale>
          <a:sx n="68" d="100"/>
          <a:sy n="68" d="100"/>
        </p:scale>
        <p:origin x="96"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oj Lamichhane" userId="c617947a-7477-4b60-adcf-66cafaadec49" providerId="ADAL" clId="{28E0D090-3FE8-4588-9B30-1816111DD0B3}"/>
    <pc:docChg chg="delSld modSld">
      <pc:chgData name="Saroj Lamichhane" userId="c617947a-7477-4b60-adcf-66cafaadec49" providerId="ADAL" clId="{28E0D090-3FE8-4588-9B30-1816111DD0B3}" dt="2025-11-11T17:16:54.170" v="9" actId="2696"/>
      <pc:docMkLst>
        <pc:docMk/>
      </pc:docMkLst>
      <pc:sldChg chg="modSp mod">
        <pc:chgData name="Saroj Lamichhane" userId="c617947a-7477-4b60-adcf-66cafaadec49" providerId="ADAL" clId="{28E0D090-3FE8-4588-9B30-1816111DD0B3}" dt="2025-11-11T17:16:40.214" v="8" actId="20577"/>
        <pc:sldMkLst>
          <pc:docMk/>
          <pc:sldMk cId="3123672160" sldId="259"/>
        </pc:sldMkLst>
        <pc:spChg chg="mod">
          <ac:chgData name="Saroj Lamichhane" userId="c617947a-7477-4b60-adcf-66cafaadec49" providerId="ADAL" clId="{28E0D090-3FE8-4588-9B30-1816111DD0B3}" dt="2025-11-11T17:16:40.214" v="8" actId="20577"/>
          <ac:spMkLst>
            <pc:docMk/>
            <pc:sldMk cId="3123672160" sldId="259"/>
            <ac:spMk id="2" creationId="{B8F05B82-FA6A-3DFA-5BB3-19216A13EB55}"/>
          </ac:spMkLst>
        </pc:spChg>
      </pc:sldChg>
      <pc:sldChg chg="del">
        <pc:chgData name="Saroj Lamichhane" userId="c617947a-7477-4b60-adcf-66cafaadec49" providerId="ADAL" clId="{28E0D090-3FE8-4588-9B30-1816111DD0B3}" dt="2025-11-11T17:16:54.170" v="9" actId="2696"/>
        <pc:sldMkLst>
          <pc:docMk/>
          <pc:sldMk cId="3989989192" sldId="268"/>
        </pc:sldMkLst>
      </pc:sldChg>
    </pc:docChg>
  </pc:docChgLst>
  <pc:docChgLst>
    <pc:chgData name="Saroj Lamichhane" userId="c617947a-7477-4b60-adcf-66cafaadec49" providerId="ADAL" clId="{0A4E148C-C036-4157-A1C1-AB1ACF72C0F1}"/>
    <pc:docChg chg="undo custSel modSld">
      <pc:chgData name="Saroj Lamichhane" userId="c617947a-7477-4b60-adcf-66cafaadec49" providerId="ADAL" clId="{0A4E148C-C036-4157-A1C1-AB1ACF72C0F1}" dt="2025-11-03T21:55:45.589" v="143" actId="20577"/>
      <pc:docMkLst>
        <pc:docMk/>
      </pc:docMkLst>
      <pc:sldChg chg="addSp delSp modSp mod modMedia setBg modClrScheme delAnim chgLayout">
        <pc:chgData name="Saroj Lamichhane" userId="c617947a-7477-4b60-adcf-66cafaadec49" providerId="ADAL" clId="{0A4E148C-C036-4157-A1C1-AB1ACF72C0F1}" dt="2025-11-03T21:55:00.371" v="83" actId="313"/>
        <pc:sldMkLst>
          <pc:docMk/>
          <pc:sldMk cId="3123672160" sldId="259"/>
        </pc:sldMkLst>
        <pc:spChg chg="add mod ord">
          <ac:chgData name="Saroj Lamichhane" userId="c617947a-7477-4b60-adcf-66cafaadec49" providerId="ADAL" clId="{0A4E148C-C036-4157-A1C1-AB1ACF72C0F1}" dt="2025-11-03T21:54:30.115" v="43" actId="20577"/>
          <ac:spMkLst>
            <pc:docMk/>
            <pc:sldMk cId="3123672160" sldId="259"/>
            <ac:spMk id="2" creationId="{B8F05B82-FA6A-3DFA-5BB3-19216A13EB55}"/>
          </ac:spMkLst>
        </pc:spChg>
        <pc:spChg chg="add mod">
          <ac:chgData name="Saroj Lamichhane" userId="c617947a-7477-4b60-adcf-66cafaadec49" providerId="ADAL" clId="{0A4E148C-C036-4157-A1C1-AB1ACF72C0F1}" dt="2025-11-03T21:55:00.371" v="83" actId="313"/>
          <ac:spMkLst>
            <pc:docMk/>
            <pc:sldMk cId="3123672160" sldId="259"/>
            <ac:spMk id="5" creationId="{BD4B6D7F-22DF-90B9-3D88-1030A568C94F}"/>
          </ac:spMkLst>
        </pc:spChg>
      </pc:sldChg>
      <pc:sldChg chg="modSp mod">
        <pc:chgData name="Saroj Lamichhane" userId="c617947a-7477-4b60-adcf-66cafaadec49" providerId="ADAL" clId="{0A4E148C-C036-4157-A1C1-AB1ACF72C0F1}" dt="2025-11-03T21:55:45.589" v="143" actId="20577"/>
        <pc:sldMkLst>
          <pc:docMk/>
          <pc:sldMk cId="606651390" sldId="260"/>
        </pc:sldMkLst>
        <pc:spChg chg="mod">
          <ac:chgData name="Saroj Lamichhane" userId="c617947a-7477-4b60-adcf-66cafaadec49" providerId="ADAL" clId="{0A4E148C-C036-4157-A1C1-AB1ACF72C0F1}" dt="2025-11-03T21:55:45.589" v="143" actId="20577"/>
          <ac:spMkLst>
            <pc:docMk/>
            <pc:sldMk cId="606651390" sldId="260"/>
            <ac:spMk id="2" creationId="{00000000-0000-0000-0000-000000000000}"/>
          </ac:spMkLst>
        </pc:spChg>
      </pc:sldChg>
      <pc:sldChg chg="modSp mod">
        <pc:chgData name="Saroj Lamichhane" userId="c617947a-7477-4b60-adcf-66cafaadec49" providerId="ADAL" clId="{0A4E148C-C036-4157-A1C1-AB1ACF72C0F1}" dt="2025-11-03T21:55:29.706" v="117" actId="20577"/>
        <pc:sldMkLst>
          <pc:docMk/>
          <pc:sldMk cId="934273133" sldId="266"/>
        </pc:sldMkLst>
        <pc:spChg chg="mod">
          <ac:chgData name="Saroj Lamichhane" userId="c617947a-7477-4b60-adcf-66cafaadec49" providerId="ADAL" clId="{0A4E148C-C036-4157-A1C1-AB1ACF72C0F1}" dt="2025-11-03T21:55:29.706" v="117" actId="20577"/>
          <ac:spMkLst>
            <pc:docMk/>
            <pc:sldMk cId="934273133" sldId="266"/>
            <ac:spMk id="7" creationId="{56336ED6-8800-C48E-4456-69188EDA809F}"/>
          </ac:spMkLst>
        </pc:spChg>
      </pc:sldChg>
    </pc:docChg>
  </pc:docChgLst>
  <pc:docChgLst>
    <pc:chgData name="Saroj Lamichhane" userId="c617947a-7477-4b60-adcf-66cafaadec49" providerId="ADAL" clId="{011A8A0F-5109-4EB3-AF05-742E77BA80D1}"/>
    <pc:docChg chg="undo redo custSel addSld delSld modSld">
      <pc:chgData name="Saroj Lamichhane" userId="c617947a-7477-4b60-adcf-66cafaadec49" providerId="ADAL" clId="{011A8A0F-5109-4EB3-AF05-742E77BA80D1}" dt="2025-09-26T21:31:46.880" v="742" actId="20577"/>
      <pc:docMkLst>
        <pc:docMk/>
      </pc:docMkLst>
      <pc:sldChg chg="del">
        <pc:chgData name="Saroj Lamichhane" userId="c617947a-7477-4b60-adcf-66cafaadec49" providerId="ADAL" clId="{011A8A0F-5109-4EB3-AF05-742E77BA80D1}" dt="2025-09-26T16:21:00.743" v="0" actId="47"/>
        <pc:sldMkLst>
          <pc:docMk/>
          <pc:sldMk cId="779333058" sldId="256"/>
        </pc:sldMkLst>
      </pc:sldChg>
      <pc:sldChg chg="del">
        <pc:chgData name="Saroj Lamichhane" userId="c617947a-7477-4b60-adcf-66cafaadec49" providerId="ADAL" clId="{011A8A0F-5109-4EB3-AF05-742E77BA80D1}" dt="2025-09-26T16:21:02.388" v="1" actId="47"/>
        <pc:sldMkLst>
          <pc:docMk/>
          <pc:sldMk cId="591331221" sldId="257"/>
        </pc:sldMkLst>
      </pc:sldChg>
      <pc:sldChg chg="addSp delSp modSp mod modNotesTx">
        <pc:chgData name="Saroj Lamichhane" userId="c617947a-7477-4b60-adcf-66cafaadec49" providerId="ADAL" clId="{011A8A0F-5109-4EB3-AF05-742E77BA80D1}" dt="2025-09-26T21:31:43.985" v="741" actId="20577"/>
        <pc:sldMkLst>
          <pc:docMk/>
          <pc:sldMk cId="3123672160" sldId="259"/>
        </pc:sldMkLst>
      </pc:sldChg>
      <pc:sldChg chg="addSp delSp modSp mod">
        <pc:chgData name="Saroj Lamichhane" userId="c617947a-7477-4b60-adcf-66cafaadec49" providerId="ADAL" clId="{011A8A0F-5109-4EB3-AF05-742E77BA80D1}" dt="2025-09-26T19:26:31.506" v="704" actId="14100"/>
        <pc:sldMkLst>
          <pc:docMk/>
          <pc:sldMk cId="606651390" sldId="260"/>
        </pc:sldMkLst>
        <pc:spChg chg="mod">
          <ac:chgData name="Saroj Lamichhane" userId="c617947a-7477-4b60-adcf-66cafaadec49" providerId="ADAL" clId="{011A8A0F-5109-4EB3-AF05-742E77BA80D1}" dt="2025-09-26T17:03:13.023" v="622" actId="20577"/>
          <ac:spMkLst>
            <pc:docMk/>
            <pc:sldMk cId="606651390" sldId="260"/>
            <ac:spMk id="2" creationId="{00000000-0000-0000-0000-000000000000}"/>
          </ac:spMkLst>
        </pc:spChg>
        <pc:spChg chg="add mod">
          <ac:chgData name="Saroj Lamichhane" userId="c617947a-7477-4b60-adcf-66cafaadec49" providerId="ADAL" clId="{011A8A0F-5109-4EB3-AF05-742E77BA80D1}" dt="2025-09-26T19:26:31.506" v="704" actId="14100"/>
          <ac:spMkLst>
            <pc:docMk/>
            <pc:sldMk cId="606651390" sldId="260"/>
            <ac:spMk id="6" creationId="{8B99ABB8-279B-6BD9-0428-96872B69077E}"/>
          </ac:spMkLst>
        </pc:spChg>
      </pc:sldChg>
      <pc:sldChg chg="modSp del">
        <pc:chgData name="Saroj Lamichhane" userId="c617947a-7477-4b60-adcf-66cafaadec49" providerId="ADAL" clId="{011A8A0F-5109-4EB3-AF05-742E77BA80D1}" dt="2025-09-26T16:56:40.270" v="568" actId="2696"/>
        <pc:sldMkLst>
          <pc:docMk/>
          <pc:sldMk cId="219157120" sldId="262"/>
        </pc:sldMkLst>
      </pc:sldChg>
      <pc:sldChg chg="del">
        <pc:chgData name="Saroj Lamichhane" userId="c617947a-7477-4b60-adcf-66cafaadec49" providerId="ADAL" clId="{011A8A0F-5109-4EB3-AF05-742E77BA80D1}" dt="2025-09-26T16:29:11.595" v="119" actId="2696"/>
        <pc:sldMkLst>
          <pc:docMk/>
          <pc:sldMk cId="208314976" sldId="263"/>
        </pc:sldMkLst>
      </pc:sldChg>
      <pc:sldChg chg="modSp mod">
        <pc:chgData name="Saroj Lamichhane" userId="c617947a-7477-4b60-adcf-66cafaadec49" providerId="ADAL" clId="{011A8A0F-5109-4EB3-AF05-742E77BA80D1}" dt="2025-09-26T19:29:18.864" v="706" actId="13244"/>
        <pc:sldMkLst>
          <pc:docMk/>
          <pc:sldMk cId="2867321693" sldId="264"/>
        </pc:sldMkLst>
        <pc:spChg chg="ord">
          <ac:chgData name="Saroj Lamichhane" userId="c617947a-7477-4b60-adcf-66cafaadec49" providerId="ADAL" clId="{011A8A0F-5109-4EB3-AF05-742E77BA80D1}" dt="2025-09-26T19:29:18.864" v="706" actId="13244"/>
          <ac:spMkLst>
            <pc:docMk/>
            <pc:sldMk cId="2867321693" sldId="264"/>
            <ac:spMk id="2" creationId="{0351B76E-E1E8-E474-9CF3-AF8CB2CF5859}"/>
          </ac:spMkLst>
        </pc:spChg>
        <pc:spChg chg="mod">
          <ac:chgData name="Saroj Lamichhane" userId="c617947a-7477-4b60-adcf-66cafaadec49" providerId="ADAL" clId="{011A8A0F-5109-4EB3-AF05-742E77BA80D1}" dt="2025-09-26T16:56:12.141" v="565" actId="404"/>
          <ac:spMkLst>
            <pc:docMk/>
            <pc:sldMk cId="2867321693" sldId="264"/>
            <ac:spMk id="3" creationId="{08940467-01BB-6F75-5E43-526D5C35243C}"/>
          </ac:spMkLst>
        </pc:spChg>
      </pc:sldChg>
      <pc:sldChg chg="addSp delSp modSp mod">
        <pc:chgData name="Saroj Lamichhane" userId="c617947a-7477-4b60-adcf-66cafaadec49" providerId="ADAL" clId="{011A8A0F-5109-4EB3-AF05-742E77BA80D1}" dt="2025-09-26T16:45:11.637" v="141" actId="478"/>
        <pc:sldMkLst>
          <pc:docMk/>
          <pc:sldMk cId="669917718" sldId="265"/>
        </pc:sldMkLst>
        <pc:picChg chg="add">
          <ac:chgData name="Saroj Lamichhane" userId="c617947a-7477-4b60-adcf-66cafaadec49" providerId="ADAL" clId="{011A8A0F-5109-4EB3-AF05-742E77BA80D1}" dt="2025-09-26T16:45:09.045" v="140"/>
          <ac:picMkLst>
            <pc:docMk/>
            <pc:sldMk cId="669917718" sldId="265"/>
            <ac:picMk id="2050" creationId="{1E6001B9-381D-25BC-374A-5D0EF211E438}"/>
          </ac:picMkLst>
        </pc:picChg>
      </pc:sldChg>
      <pc:sldChg chg="addSp delSp modSp add mod modNotesTx">
        <pc:chgData name="Saroj Lamichhane" userId="c617947a-7477-4b60-adcf-66cafaadec49" providerId="ADAL" clId="{011A8A0F-5109-4EB3-AF05-742E77BA80D1}" dt="2025-09-26T21:31:46.880" v="742" actId="20577"/>
        <pc:sldMkLst>
          <pc:docMk/>
          <pc:sldMk cId="934273133" sldId="266"/>
        </pc:sldMkLst>
        <pc:spChg chg="add mod">
          <ac:chgData name="Saroj Lamichhane" userId="c617947a-7477-4b60-adcf-66cafaadec49" providerId="ADAL" clId="{011A8A0F-5109-4EB3-AF05-742E77BA80D1}" dt="2025-09-26T19:26:18.977" v="703" actId="1076"/>
          <ac:spMkLst>
            <pc:docMk/>
            <pc:sldMk cId="934273133" sldId="266"/>
            <ac:spMk id="7" creationId="{56336ED6-8800-C48E-4456-69188EDA809F}"/>
          </ac:spMkLst>
        </pc:spChg>
        <pc:picChg chg="add mod">
          <ac:chgData name="Saroj Lamichhane" userId="c617947a-7477-4b60-adcf-66cafaadec49" providerId="ADAL" clId="{011A8A0F-5109-4EB3-AF05-742E77BA80D1}" dt="2025-09-26T19:56:57.840" v="732" actId="962"/>
          <ac:picMkLst>
            <pc:docMk/>
            <pc:sldMk cId="934273133" sldId="266"/>
            <ac:picMk id="1026" creationId="{7B992E4B-AD6B-DF3B-8DA3-22B761A29391}"/>
          </ac:picMkLst>
        </pc:picChg>
      </pc:sldChg>
      <pc:sldChg chg="modSp add mod">
        <pc:chgData name="Saroj Lamichhane" userId="c617947a-7477-4b60-adcf-66cafaadec49" providerId="ADAL" clId="{011A8A0F-5109-4EB3-AF05-742E77BA80D1}" dt="2025-09-26T20:11:46.762" v="740" actId="20577"/>
        <pc:sldMkLst>
          <pc:docMk/>
          <pc:sldMk cId="1301545162" sldId="267"/>
        </pc:sldMkLst>
        <pc:spChg chg="mod ord">
          <ac:chgData name="Saroj Lamichhane" userId="c617947a-7477-4b60-adcf-66cafaadec49" providerId="ADAL" clId="{011A8A0F-5109-4EB3-AF05-742E77BA80D1}" dt="2025-09-26T19:28:29.185" v="705" actId="13244"/>
          <ac:spMkLst>
            <pc:docMk/>
            <pc:sldMk cId="1301545162" sldId="267"/>
            <ac:spMk id="2" creationId="{886B5628-701A-BC9B-876A-99D10C1FD9CE}"/>
          </ac:spMkLst>
        </pc:spChg>
        <pc:spChg chg="mod">
          <ac:chgData name="Saroj Lamichhane" userId="c617947a-7477-4b60-adcf-66cafaadec49" providerId="ADAL" clId="{011A8A0F-5109-4EB3-AF05-742E77BA80D1}" dt="2025-09-26T20:11:46.762" v="740" actId="20577"/>
          <ac:spMkLst>
            <pc:docMk/>
            <pc:sldMk cId="1301545162" sldId="267"/>
            <ac:spMk id="3" creationId="{CBA5A8F2-3470-3960-AA29-C1EC431752B4}"/>
          </ac:spMkLst>
        </pc:spChg>
      </pc:sldChg>
      <pc:sldChg chg="add">
        <pc:chgData name="Saroj Lamichhane" userId="c617947a-7477-4b60-adcf-66cafaadec49" providerId="ADAL" clId="{011A8A0F-5109-4EB3-AF05-742E77BA80D1}" dt="2025-09-26T16:56:44.098" v="569" actId="2890"/>
        <pc:sldMkLst>
          <pc:docMk/>
          <pc:sldMk cId="3989989192" sldId="268"/>
        </pc:sldMkLst>
      </pc:sldChg>
      <pc:sldChg chg="addSp delSp modSp add del mod">
        <pc:chgData name="Saroj Lamichhane" userId="c617947a-7477-4b60-adcf-66cafaadec49" providerId="ADAL" clId="{011A8A0F-5109-4EB3-AF05-742E77BA80D1}" dt="2025-09-26T19:18:25.793" v="676" actId="2696"/>
        <pc:sldMkLst>
          <pc:docMk/>
          <pc:sldMk cId="919577109" sldId="269"/>
        </pc:sldMkLst>
      </pc:sldChg>
      <pc:sldChg chg="add del">
        <pc:chgData name="Saroj Lamichhane" userId="c617947a-7477-4b60-adcf-66cafaadec49" providerId="ADAL" clId="{011A8A0F-5109-4EB3-AF05-742E77BA80D1}" dt="2025-09-26T19:18:22.913" v="675" actId="2696"/>
        <pc:sldMkLst>
          <pc:docMk/>
          <pc:sldMk cId="2547496885" sldId="270"/>
        </pc:sldMkLst>
      </pc:sldChg>
    </pc:docChg>
  </pc:docChgLst>
  <pc:docChgLst>
    <pc:chgData name="Saroj Lamichhane" userId="c617947a-7477-4b60-adcf-66cafaadec49" providerId="ADAL" clId="{23C29316-CD8C-4434-A3DC-4998CA9ECB75}"/>
    <pc:docChg chg="modSld">
      <pc:chgData name="Saroj Lamichhane" userId="c617947a-7477-4b60-adcf-66cafaadec49" providerId="ADAL" clId="{23C29316-CD8C-4434-A3DC-4998CA9ECB75}" dt="2025-12-12T21:11:57.197" v="1" actId="5793"/>
      <pc:docMkLst>
        <pc:docMk/>
      </pc:docMkLst>
      <pc:sldChg chg="modNotesTx">
        <pc:chgData name="Saroj Lamichhane" userId="c617947a-7477-4b60-adcf-66cafaadec49" providerId="ADAL" clId="{23C29316-CD8C-4434-A3DC-4998CA9ECB75}" dt="2025-12-12T21:11:57.197" v="1" actId="5793"/>
        <pc:sldMkLst>
          <pc:docMk/>
          <pc:sldMk cId="934273133"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AE2E6-3459-439D-886B-E0B98E729B17}"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FF84D-A8D4-46CE-90F5-7324F91DB189}" type="slidenum">
              <a:rPr lang="en-US" smtClean="0"/>
              <a:t>‹#›</a:t>
            </a:fld>
            <a:endParaRPr lang="en-US"/>
          </a:p>
        </p:txBody>
      </p:sp>
    </p:spTree>
    <p:extLst>
      <p:ext uri="{BB962C8B-B14F-4D97-AF65-F5344CB8AC3E}">
        <p14:creationId xmlns:p14="http://schemas.microsoft.com/office/powerpoint/2010/main" val="2441034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1" dirty="0"/>
          </a:p>
        </p:txBody>
      </p:sp>
      <p:sp>
        <p:nvSpPr>
          <p:cNvPr id="4" name="Slide Number Placeholder 3"/>
          <p:cNvSpPr>
            <a:spLocks noGrp="1"/>
          </p:cNvSpPr>
          <p:nvPr>
            <p:ph type="sldNum" sz="quarter" idx="5"/>
          </p:nvPr>
        </p:nvSpPr>
        <p:spPr/>
        <p:txBody>
          <a:bodyPr/>
          <a:lstStyle/>
          <a:p>
            <a:fld id="{B0615B75-CE49-49A2-8866-07D7B6A5ACC9}" type="slidenum">
              <a:rPr lang="en-US" smtClean="0"/>
              <a:t>1</a:t>
            </a:fld>
            <a:endParaRPr lang="en-US"/>
          </a:p>
        </p:txBody>
      </p:sp>
    </p:spTree>
    <p:extLst>
      <p:ext uri="{BB962C8B-B14F-4D97-AF65-F5344CB8AC3E}">
        <p14:creationId xmlns:p14="http://schemas.microsoft.com/office/powerpoint/2010/main" val="1568949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109FF-FAF2-932A-FD6B-4C97FFD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2E6B4-4EB6-A9EB-EDC8-FF43A1291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E40CC-B713-337D-F1E9-6384E2D53903}"/>
              </a:ext>
            </a:extLst>
          </p:cNvPr>
          <p:cNvSpPr>
            <a:spLocks noGrp="1"/>
          </p:cNvSpPr>
          <p:nvPr>
            <p:ph type="body" idx="1"/>
          </p:nvPr>
        </p:nvSpPr>
        <p:spPr/>
        <p:txBody>
          <a:bodyPr/>
          <a:lstStyle/>
          <a:p>
            <a:pPr marL="0" indent="0">
              <a:buNone/>
            </a:pPr>
            <a:endParaRPr lang="en-US" b="1" dirty="0"/>
          </a:p>
        </p:txBody>
      </p:sp>
      <p:sp>
        <p:nvSpPr>
          <p:cNvPr id="4" name="Slide Number Placeholder 3">
            <a:extLst>
              <a:ext uri="{FF2B5EF4-FFF2-40B4-BE49-F238E27FC236}">
                <a16:creationId xmlns:a16="http://schemas.microsoft.com/office/drawing/2014/main" id="{83055820-40F5-DA82-4B02-F38799A1D4AE}"/>
              </a:ext>
            </a:extLst>
          </p:cNvPr>
          <p:cNvSpPr>
            <a:spLocks noGrp="1"/>
          </p:cNvSpPr>
          <p:nvPr>
            <p:ph type="sldNum" sz="quarter" idx="5"/>
          </p:nvPr>
        </p:nvSpPr>
        <p:spPr/>
        <p:txBody>
          <a:bodyPr/>
          <a:lstStyle/>
          <a:p>
            <a:fld id="{B0615B75-CE49-49A2-8866-07D7B6A5ACC9}" type="slidenum">
              <a:rPr lang="en-US" smtClean="0"/>
              <a:t>2</a:t>
            </a:fld>
            <a:endParaRPr lang="en-US"/>
          </a:p>
        </p:txBody>
      </p:sp>
    </p:spTree>
    <p:extLst>
      <p:ext uri="{BB962C8B-B14F-4D97-AF65-F5344CB8AC3E}">
        <p14:creationId xmlns:p14="http://schemas.microsoft.com/office/powerpoint/2010/main" val="3404660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615B75-CE49-49A2-8866-07D7B6A5ACC9}" type="slidenum">
              <a:rPr lang="en-US" smtClean="0"/>
              <a:t>3</a:t>
            </a:fld>
            <a:endParaRPr lang="en-US"/>
          </a:p>
        </p:txBody>
      </p:sp>
    </p:spTree>
    <p:extLst>
      <p:ext uri="{BB962C8B-B14F-4D97-AF65-F5344CB8AC3E}">
        <p14:creationId xmlns:p14="http://schemas.microsoft.com/office/powerpoint/2010/main" val="1882367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FF84D-A8D4-46CE-90F5-7324F91DB189}" type="slidenum">
              <a:rPr lang="en-US" smtClean="0"/>
              <a:t>4</a:t>
            </a:fld>
            <a:endParaRPr lang="en-US"/>
          </a:p>
        </p:txBody>
      </p:sp>
    </p:spTree>
    <p:extLst>
      <p:ext uri="{BB962C8B-B14F-4D97-AF65-F5344CB8AC3E}">
        <p14:creationId xmlns:p14="http://schemas.microsoft.com/office/powerpoint/2010/main" val="1412295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EF2C-ADFF-033F-72BD-AD9B6E5012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B2C7A4-6085-EC8E-62DA-6924541CCE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966FEE-33BE-7D10-0B27-63F14A495604}"/>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75DD7681-3B25-80AC-B133-9AF86633DA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5A7CE9-4A7F-557C-0FDC-B762EF3B5D2C}"/>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1013399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8FAB9-C3F9-2C82-0361-28DA5A3872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6C91D8-99E2-AB61-0F40-67FFFDC0F2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2DE669-680D-C632-6802-7FE5AF4A302D}"/>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B848E270-9C05-25C3-B61B-F28DE23E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56BC7-BFFC-8B26-5AA8-CD42FC83E4E4}"/>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925832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3D01C-13C8-4529-682A-8A9D9F6231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64212A-E26D-FFBB-9A7B-08A9D4795E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2C8875-1F0F-6215-D9FB-8312E2E82867}"/>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660F4F37-419A-C184-B236-8EDE128A95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2F6B72-A109-4038-8F1A-891291425FC3}"/>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151720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85A78-8FA2-2FFE-A87D-4000692A49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4F4735-7A27-861C-FF26-EE0D76BFFA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35BA3D-09A0-CF7F-8BC2-F2AA96D53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44C93B-6369-F860-F506-4704CE4797B9}"/>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6" name="Footer Placeholder 5">
            <a:extLst>
              <a:ext uri="{FF2B5EF4-FFF2-40B4-BE49-F238E27FC236}">
                <a16:creationId xmlns:a16="http://schemas.microsoft.com/office/drawing/2014/main" id="{D8819931-E16F-9253-73CA-364D79AAA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E3712-8750-9F44-C934-9D9304469127}"/>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2897548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9622D-5FBC-3EFB-9F82-7536B3A4D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FD387D-ABA1-CB1E-EE84-704D3A71D2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EA4EBB-A77D-E156-7EB2-3822F39FA6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836E12-59B2-F846-999D-C8D9290CE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EA0FE-1B40-D48F-8CF4-87CC926B5A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DA65B9-7EE4-7B93-9E22-0E6D4E1AFA87}"/>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8" name="Footer Placeholder 7">
            <a:extLst>
              <a:ext uri="{FF2B5EF4-FFF2-40B4-BE49-F238E27FC236}">
                <a16:creationId xmlns:a16="http://schemas.microsoft.com/office/drawing/2014/main" id="{9D12DB3B-2372-E515-D548-CE359E54D8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65D72-3307-40B2-2AD2-A0D82E3AD241}"/>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2446590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52ECC-9B40-D405-0218-B91BEE0D7B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3D6202-961B-4738-9943-712EC68B5D61}"/>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4" name="Footer Placeholder 3">
            <a:extLst>
              <a:ext uri="{FF2B5EF4-FFF2-40B4-BE49-F238E27FC236}">
                <a16:creationId xmlns:a16="http://schemas.microsoft.com/office/drawing/2014/main" id="{53279D27-1F69-1FA7-EDE2-03B20E490A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D2D094-1EAC-8591-2878-1530F068E97A}"/>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4114928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C05B2A-2A94-C17B-BB47-6B92EC76214E}"/>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3" name="Footer Placeholder 2">
            <a:extLst>
              <a:ext uri="{FF2B5EF4-FFF2-40B4-BE49-F238E27FC236}">
                <a16:creationId xmlns:a16="http://schemas.microsoft.com/office/drawing/2014/main" id="{CAC25DFC-FEB0-8B02-1FA3-2D7971CD9B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E9457A-EF6F-8ED5-C8BF-9624BA8D5B75}"/>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3817656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A627-CC83-DE64-49A3-A1B0AFD638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7FD271-4B17-A940-030F-76993351D1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90E8A3-E187-94F2-4296-92200F76C3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0021F-B6DE-7213-56F6-C5268F585C68}"/>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6" name="Footer Placeholder 5">
            <a:extLst>
              <a:ext uri="{FF2B5EF4-FFF2-40B4-BE49-F238E27FC236}">
                <a16:creationId xmlns:a16="http://schemas.microsoft.com/office/drawing/2014/main" id="{B45C7F5B-2B41-2E0F-9256-FCC4BA5C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7740A5-F0F1-626F-D7AB-56C0EFCCD4EC}"/>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50025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65934-71A3-177F-1E0F-3D703307CD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E37B23-0439-7468-8C8A-A979CF4214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66514C-0B31-32C0-8D22-6E43F7A026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5EC917-BD03-D419-E57A-123AFD9AF307}"/>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6" name="Footer Placeholder 5">
            <a:extLst>
              <a:ext uri="{FF2B5EF4-FFF2-40B4-BE49-F238E27FC236}">
                <a16:creationId xmlns:a16="http://schemas.microsoft.com/office/drawing/2014/main" id="{DD7F81CF-9941-073B-E8A4-B736E3532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63566B-2566-4A47-8F4E-82FF268821AC}"/>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2951153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A0956-8FDA-F7B1-7EF7-BBC2F4C0EF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0F7508-9F57-66F6-4595-663DE543FE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FFCBF3-8179-0618-AECE-E42748F7986A}"/>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9F7BA8D1-5791-45A4-C4ED-495C961373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E856AE-7B63-5EEB-773F-BE9E6504F599}"/>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533248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03AC6-1530-6B2C-B9B2-9170AAC02C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70A24F-4206-5E43-D8D4-5A0007C7E0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6AEBC0-0EA6-6CBF-5CA3-A49E6544E2BC}"/>
              </a:ext>
            </a:extLst>
          </p:cNvPr>
          <p:cNvSpPr>
            <a:spLocks noGrp="1"/>
          </p:cNvSpPr>
          <p:nvPr>
            <p:ph type="dt" sz="half" idx="10"/>
          </p:nvPr>
        </p:nvSpPr>
        <p:spPr/>
        <p:txBody>
          <a:body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B5B6426A-7156-EC60-2830-6028A488E4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BF6AF1-1971-819E-FE7F-2321FECE6DA9}"/>
              </a:ext>
            </a:extLst>
          </p:cNvPr>
          <p:cNvSpPr>
            <a:spLocks noGrp="1"/>
          </p:cNvSpPr>
          <p:nvPr>
            <p:ph type="sldNum" sz="quarter" idx="12"/>
          </p:nvPr>
        </p:nvSpPr>
        <p:spPr/>
        <p:txBody>
          <a:bodyPr/>
          <a:lstStyle/>
          <a:p>
            <a:fld id="{1AE1799A-3F34-4558-948E-AB49CB68B77D}" type="slidenum">
              <a:rPr lang="en-US" smtClean="0"/>
              <a:t>‹#›</a:t>
            </a:fld>
            <a:endParaRPr lang="en-US"/>
          </a:p>
        </p:txBody>
      </p:sp>
    </p:spTree>
    <p:extLst>
      <p:ext uri="{BB962C8B-B14F-4D97-AF65-F5344CB8AC3E}">
        <p14:creationId xmlns:p14="http://schemas.microsoft.com/office/powerpoint/2010/main" val="2380815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7B77E2-9ACC-1751-3779-F319EC50E5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E15953-2132-EEF2-C0BA-9B05DDB0D5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9D9180-36A4-8639-6105-F3CAA76FC8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1C0E40-03E6-4D68-8A5F-A807E4B94F6C}" type="datetimeFigureOut">
              <a:rPr lang="en-US" smtClean="0"/>
              <a:t>12/12/2025</a:t>
            </a:fld>
            <a:endParaRPr lang="en-US"/>
          </a:p>
        </p:txBody>
      </p:sp>
      <p:sp>
        <p:nvSpPr>
          <p:cNvPr id="5" name="Footer Placeholder 4">
            <a:extLst>
              <a:ext uri="{FF2B5EF4-FFF2-40B4-BE49-F238E27FC236}">
                <a16:creationId xmlns:a16="http://schemas.microsoft.com/office/drawing/2014/main" id="{1CB6AA73-2F6B-15DE-1384-895BA267E8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79E0D5-7857-21C7-1C4C-73F905F3C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E1799A-3F34-4558-948E-AB49CB68B77D}" type="slidenum">
              <a:rPr lang="en-US" smtClean="0"/>
              <a:t>‹#›</a:t>
            </a:fld>
            <a:endParaRPr lang="en-US"/>
          </a:p>
        </p:txBody>
      </p:sp>
    </p:spTree>
    <p:extLst>
      <p:ext uri="{BB962C8B-B14F-4D97-AF65-F5344CB8AC3E}">
        <p14:creationId xmlns:p14="http://schemas.microsoft.com/office/powerpoint/2010/main" val="3312118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hyperlink" Target="https://ipstarbroadband.com.au/what-is-the-internet-of-things-iot-and-is-it-the-future/"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hyperlink" Target="https://www.oracle.com/internet-of-things/" TargetMode="External"/><Relationship Id="rId5" Type="http://schemas.openxmlformats.org/officeDocument/2006/relationships/hyperlink" Target="https://www.ibm.com/think/topics/internet-of-things" TargetMode="External"/><Relationship Id="rId4" Type="http://schemas.openxmlformats.org/officeDocument/2006/relationships/hyperlink" Target="https://www.internetsociety.org/iot/"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5B82-FA6A-3DFA-5BB3-19216A13EB55}"/>
              </a:ext>
            </a:extLst>
          </p:cNvPr>
          <p:cNvSpPr>
            <a:spLocks noGrp="1"/>
          </p:cNvSpPr>
          <p:nvPr>
            <p:ph type="ctrTitle"/>
          </p:nvPr>
        </p:nvSpPr>
        <p:spPr/>
        <p:txBody>
          <a:bodyPr/>
          <a:lstStyle/>
          <a:p>
            <a:r>
              <a:rPr lang="en-US" dirty="0"/>
              <a:t>PowerPoint Accessibility Training</a:t>
            </a:r>
          </a:p>
        </p:txBody>
      </p:sp>
      <p:sp>
        <p:nvSpPr>
          <p:cNvPr id="5" name="Subtitle 4">
            <a:extLst>
              <a:ext uri="{FF2B5EF4-FFF2-40B4-BE49-F238E27FC236}">
                <a16:creationId xmlns:a16="http://schemas.microsoft.com/office/drawing/2014/main" id="{BD4B6D7F-22DF-90B9-3D88-1030A568C94F}"/>
              </a:ext>
            </a:extLst>
          </p:cNvPr>
          <p:cNvSpPr>
            <a:spLocks noGrp="1"/>
          </p:cNvSpPr>
          <p:nvPr>
            <p:ph type="subTitle" idx="1"/>
          </p:nvPr>
        </p:nvSpPr>
        <p:spPr/>
        <p:txBody>
          <a:bodyPr/>
          <a:lstStyle/>
          <a:p>
            <a:r>
              <a:rPr lang="en-US" dirty="0"/>
              <a:t>“Design with accessibility in mind.”</a:t>
            </a:r>
          </a:p>
        </p:txBody>
      </p:sp>
    </p:spTree>
    <p:custDataLst>
      <p:tags r:id="rId1"/>
    </p:custDataLst>
    <p:extLst>
      <p:ext uri="{BB962C8B-B14F-4D97-AF65-F5344CB8AC3E}">
        <p14:creationId xmlns:p14="http://schemas.microsoft.com/office/powerpoint/2010/main" val="3123672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93AB1-B11E-224D-4658-C2DA9587989F}"/>
            </a:ext>
          </a:extLst>
        </p:cNvPr>
        <p:cNvGrpSpPr/>
        <p:nvPr/>
      </p:nvGrpSpPr>
      <p:grpSpPr>
        <a:xfrm>
          <a:off x="0" y="0"/>
          <a:ext cx="0" cy="0"/>
          <a:chOff x="0" y="0"/>
          <a:chExt cx="0" cy="0"/>
        </a:xfrm>
      </p:grpSpPr>
      <p:pic>
        <p:nvPicPr>
          <p:cNvPr id="1026" name="Picture 2" descr="An illustration of a man holding a smartphone, surrounded by interconnected smart home devices like a thermostat, security camera, light bulb, smart speaker, refrigerator, and washing machine, all linked by dotted lines, representing home automation.">
            <a:extLst>
              <a:ext uri="{FF2B5EF4-FFF2-40B4-BE49-F238E27FC236}">
                <a16:creationId xmlns:a16="http://schemas.microsoft.com/office/drawing/2014/main" id="{7B992E4B-AD6B-DF3B-8DA3-22B761A29391}"/>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965596" y="1571625"/>
            <a:ext cx="6527007"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56336ED6-8800-C48E-4456-69188EDA809F}"/>
              </a:ext>
            </a:extLst>
          </p:cNvPr>
          <p:cNvSpPr txBox="1">
            <a:spLocks noGrp="1"/>
          </p:cNvSpPr>
          <p:nvPr>
            <p:ph type="title" idx="4294967295"/>
          </p:nvPr>
        </p:nvSpPr>
        <p:spPr>
          <a:xfrm>
            <a:off x="965596" y="279400"/>
            <a:ext cx="9943704" cy="10156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chemeClr val="tx1"/>
                </a:solidFill>
                <a:effectLst/>
                <a:uLnTx/>
                <a:uFillTx/>
                <a:latin typeface="+mn-lt"/>
                <a:ea typeface="+mn-ea"/>
                <a:cs typeface="+mn-cs"/>
              </a:rPr>
              <a:t>Verify Slide Reading Order</a:t>
            </a:r>
          </a:p>
        </p:txBody>
      </p:sp>
    </p:spTree>
    <p:custDataLst>
      <p:tags r:id="rId1"/>
    </p:custDataLst>
    <p:extLst>
      <p:ext uri="{BB962C8B-B14F-4D97-AF65-F5344CB8AC3E}">
        <p14:creationId xmlns:p14="http://schemas.microsoft.com/office/powerpoint/2010/main" val="934273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Verify </a:t>
            </a:r>
            <a:r>
              <a:rPr lang="en-US"/>
              <a:t>Slide Reading Order</a:t>
            </a:r>
            <a:endParaRPr lang="en-US" dirty="0"/>
          </a:p>
        </p:txBody>
      </p:sp>
      <p:sp>
        <p:nvSpPr>
          <p:cNvPr id="6" name="TextBox 5">
            <a:extLst>
              <a:ext uri="{FF2B5EF4-FFF2-40B4-BE49-F238E27FC236}">
                <a16:creationId xmlns:a16="http://schemas.microsoft.com/office/drawing/2014/main" id="{8B99ABB8-279B-6BD9-0428-96872B69077E}"/>
              </a:ext>
            </a:extLst>
          </p:cNvPr>
          <p:cNvSpPr txBox="1"/>
          <p:nvPr/>
        </p:nvSpPr>
        <p:spPr>
          <a:xfrm>
            <a:off x="838200" y="1690688"/>
            <a:ext cx="9804400" cy="3600986"/>
          </a:xfrm>
          <a:prstGeom prst="rect">
            <a:avLst/>
          </a:prstGeom>
          <a:noFill/>
        </p:spPr>
        <p:txBody>
          <a:bodyPr wrap="square" rtlCol="0">
            <a:spAutoFit/>
          </a:bodyPr>
          <a:lstStyle/>
          <a:p>
            <a:r>
              <a:rPr lang="en-US" sz="1100" dirty="0"/>
              <a:t>When most people generally think about using the internet, they think about computers and their phones. But actually, these aren’t the only devices that use the internet anymore. It’s common now for many households to have many internet connected devices such as televisions, gaming consoles, security alarms, security cameras, alarm clocks, lights, watches, refrigerators, microwaves and washing machines. Essentially having all these connected devices has caused people to start to talk about the internet of things.</a:t>
            </a:r>
          </a:p>
          <a:p>
            <a:endParaRPr lang="en-US" sz="1100" dirty="0"/>
          </a:p>
          <a:p>
            <a:r>
              <a:rPr lang="en-US" sz="1100" dirty="0"/>
              <a:t>At the moment, not every household has every appliance connected to the internet, but over the next decade, internet connected items will be even more common. Internet connected devices are very helpful to humans because they can help to automate and assist with many parts of an individual’s daily life.</a:t>
            </a:r>
          </a:p>
          <a:p>
            <a:endParaRPr lang="en-US" sz="1100" dirty="0"/>
          </a:p>
          <a:p>
            <a:r>
              <a:rPr lang="en-US" sz="1100" dirty="0"/>
              <a:t>A person with a fully internet connected home could have quite a bit of their day planned by the various machines they own.</a:t>
            </a:r>
          </a:p>
          <a:p>
            <a:endParaRPr lang="en-US" sz="1100" dirty="0"/>
          </a:p>
          <a:p>
            <a:r>
              <a:rPr lang="en-US" sz="1100" dirty="0"/>
              <a:t>One could wake up in the morning, have their alarm tell them the weather, the daily news and check their calendar for appointments that day. While having breakfast, the refrigerator notices that there won’t be enough milk in two day’s time and orders a new bottle online so there will always be some available to drink in the morning. Then as a person is leaving their home and going to work, their car can check the daily traffic report and adjust the journey. Even better, on days when traffic is significantly heavy, a smart alarm clock could see that traffic is heavy and wake up someone a little earlier so they won’t be late to work, letting them know what’s going on so they won’t be late. It’s events like these that seem to be where the world of the internet is heading at the moment and much of it can be quite handy.</a:t>
            </a:r>
          </a:p>
          <a:p>
            <a:endParaRPr lang="en-US" sz="1400" dirty="0"/>
          </a:p>
          <a:p>
            <a:r>
              <a:rPr lang="en-US" sz="1400" dirty="0"/>
              <a:t>Source: </a:t>
            </a:r>
            <a:r>
              <a:rPr lang="en-US" sz="1400" dirty="0">
                <a:hlinkClick r:id="rId4"/>
              </a:rPr>
              <a:t>https://ipstarbroadband.com.au/what-is-the-internet-of-things-iot-and-is-it-the-future/</a:t>
            </a:r>
            <a:r>
              <a:rPr lang="en-US" sz="1400" dirty="0"/>
              <a:t> </a:t>
            </a:r>
          </a:p>
          <a:p>
            <a:endParaRPr lang="en-US" sz="1200" dirty="0"/>
          </a:p>
          <a:p>
            <a:endParaRPr lang="en-US" sz="1200" dirty="0"/>
          </a:p>
        </p:txBody>
      </p:sp>
    </p:spTree>
    <p:custDataLst>
      <p:tags r:id="rId1"/>
    </p:custDataLst>
    <p:extLst>
      <p:ext uri="{BB962C8B-B14F-4D97-AF65-F5344CB8AC3E}">
        <p14:creationId xmlns:p14="http://schemas.microsoft.com/office/powerpoint/2010/main" val="606651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40467-01BB-6F75-5E43-526D5C35243C}"/>
              </a:ext>
            </a:extLst>
          </p:cNvPr>
          <p:cNvSpPr>
            <a:spLocks noGrp="1"/>
          </p:cNvSpPr>
          <p:nvPr>
            <p:ph idx="1"/>
          </p:nvPr>
        </p:nvSpPr>
        <p:spPr/>
        <p:txBody>
          <a:bodyPr/>
          <a:lstStyle/>
          <a:p>
            <a:r>
              <a:rPr lang="en-US" dirty="0"/>
              <a:t>To learn more, </a:t>
            </a:r>
            <a:r>
              <a:rPr lang="en-US" dirty="0">
                <a:hlinkClick r:id="rId4"/>
              </a:rPr>
              <a:t>Click here</a:t>
            </a:r>
            <a:r>
              <a:rPr lang="en-US" dirty="0"/>
              <a:t>.</a:t>
            </a:r>
          </a:p>
          <a:p>
            <a:endParaRPr lang="en-US" dirty="0"/>
          </a:p>
          <a:p>
            <a:r>
              <a:rPr lang="en-US" dirty="0"/>
              <a:t>Other useful resources:</a:t>
            </a:r>
          </a:p>
          <a:p>
            <a:pPr lvl="1"/>
            <a:r>
              <a:rPr lang="en-US" dirty="0">
                <a:hlinkClick r:id="rId5"/>
              </a:rPr>
              <a:t>https://www.ibm.com/think/topics/internet-of-things</a:t>
            </a:r>
            <a:endParaRPr lang="en-US" dirty="0"/>
          </a:p>
          <a:p>
            <a:pPr lvl="1"/>
            <a:r>
              <a:rPr lang="en-US" dirty="0">
                <a:hlinkClick r:id="rId6"/>
              </a:rPr>
              <a:t>https://www.oracle.com/internet-of-things/</a:t>
            </a:r>
            <a:endParaRPr lang="en-US" dirty="0"/>
          </a:p>
        </p:txBody>
      </p:sp>
      <p:sp>
        <p:nvSpPr>
          <p:cNvPr id="2" name="Title 1">
            <a:extLst>
              <a:ext uri="{FF2B5EF4-FFF2-40B4-BE49-F238E27FC236}">
                <a16:creationId xmlns:a16="http://schemas.microsoft.com/office/drawing/2014/main" id="{0351B76E-E1E8-E474-9CF3-AF8CB2CF5859}"/>
              </a:ext>
            </a:extLst>
          </p:cNvPr>
          <p:cNvSpPr>
            <a:spLocks noGrp="1"/>
          </p:cNvSpPr>
          <p:nvPr>
            <p:ph type="title"/>
          </p:nvPr>
        </p:nvSpPr>
        <p:spPr/>
        <p:txBody>
          <a:bodyPr/>
          <a:lstStyle/>
          <a:p>
            <a:r>
              <a:rPr lang="en-US" dirty="0"/>
              <a:t>Questions?</a:t>
            </a:r>
          </a:p>
        </p:txBody>
      </p:sp>
    </p:spTree>
    <p:custDataLst>
      <p:tags r:id="rId1"/>
    </p:custDataLst>
    <p:extLst>
      <p:ext uri="{BB962C8B-B14F-4D97-AF65-F5344CB8AC3E}">
        <p14:creationId xmlns:p14="http://schemas.microsoft.com/office/powerpoint/2010/main" val="2867321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E2DBA-A0BB-B036-07DF-4EED9858D5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A5A8F2-3470-3960-AA29-C1EC431752B4}"/>
              </a:ext>
            </a:extLst>
          </p:cNvPr>
          <p:cNvSpPr>
            <a:spLocks noGrp="1"/>
          </p:cNvSpPr>
          <p:nvPr>
            <p:ph idx="1"/>
          </p:nvPr>
        </p:nvSpPr>
        <p:spPr/>
        <p:txBody>
          <a:bodyPr/>
          <a:lstStyle/>
          <a:p>
            <a:pPr marL="0" indent="0">
              <a:buNone/>
            </a:pPr>
            <a:r>
              <a:rPr lang="en-US" dirty="0"/>
              <a:t>The final exam on the Internet of </a:t>
            </a:r>
            <a:r>
              <a:rPr lang="en-US"/>
              <a:t>Things module </a:t>
            </a:r>
            <a:r>
              <a:rPr lang="en-US" dirty="0"/>
              <a:t>will be available on Canvas starting </a:t>
            </a:r>
            <a:r>
              <a:rPr lang="en-US" dirty="0">
                <a:solidFill>
                  <a:srgbClr val="FF0000"/>
                </a:solidFill>
                <a:highlight>
                  <a:srgbClr val="00FF00"/>
                </a:highlight>
              </a:rPr>
              <a:t>October 21 at 12:00 a.m. </a:t>
            </a:r>
            <a:r>
              <a:rPr lang="en-US" dirty="0"/>
              <a:t>and will close on </a:t>
            </a:r>
            <a:r>
              <a:rPr lang="en-US" dirty="0">
                <a:solidFill>
                  <a:srgbClr val="FF0000"/>
                </a:solidFill>
                <a:highlight>
                  <a:srgbClr val="00FF00"/>
                </a:highlight>
              </a:rPr>
              <a:t>October 28 at 11:59 p.m. </a:t>
            </a:r>
            <a:r>
              <a:rPr lang="en-US" dirty="0"/>
              <a:t>Please make sure to complete your exam before the deadline. Any exceptions will be granted at the instructor’s discretion.</a:t>
            </a:r>
          </a:p>
        </p:txBody>
      </p:sp>
      <p:sp>
        <p:nvSpPr>
          <p:cNvPr id="2" name="Title 1">
            <a:extLst>
              <a:ext uri="{FF2B5EF4-FFF2-40B4-BE49-F238E27FC236}">
                <a16:creationId xmlns:a16="http://schemas.microsoft.com/office/drawing/2014/main" id="{886B5628-701A-BC9B-876A-99D10C1FD9CE}"/>
              </a:ext>
            </a:extLst>
          </p:cNvPr>
          <p:cNvSpPr>
            <a:spLocks noGrp="1"/>
          </p:cNvSpPr>
          <p:nvPr>
            <p:ph type="title"/>
          </p:nvPr>
        </p:nvSpPr>
        <p:spPr/>
        <p:txBody>
          <a:bodyPr/>
          <a:lstStyle/>
          <a:p>
            <a:r>
              <a:rPr lang="en-US" dirty="0"/>
              <a:t>Important Note</a:t>
            </a:r>
          </a:p>
        </p:txBody>
      </p:sp>
    </p:spTree>
    <p:custDataLst>
      <p:tags r:id="rId1"/>
    </p:custDataLst>
    <p:extLst>
      <p:ext uri="{BB962C8B-B14F-4D97-AF65-F5344CB8AC3E}">
        <p14:creationId xmlns:p14="http://schemas.microsoft.com/office/powerpoint/2010/main" val="1301545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Big Thank You Images – Browse 19,561 Stock Photos, Vectors, and Video |  Adobe Stock">
            <a:extLst>
              <a:ext uri="{FF2B5EF4-FFF2-40B4-BE49-F238E27FC236}">
                <a16:creationId xmlns:a16="http://schemas.microsoft.com/office/drawing/2014/main" id="{1E6001B9-381D-25BC-374A-5D0EF211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3713" y="1714500"/>
            <a:ext cx="6124575" cy="3429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699177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TotalTime>
  <Words>463</Words>
  <Application>Microsoft Office PowerPoint</Application>
  <PresentationFormat>Widescreen</PresentationFormat>
  <Paragraphs>25</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Accessibility Training</vt:lpstr>
      <vt:lpstr>Verify Slide Reading Order</vt:lpstr>
      <vt:lpstr>Verify Slide Reading Order</vt:lpstr>
      <vt:lpstr>Questions?</vt:lpstr>
      <vt:lpstr>Important Note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Apply It Practice File, Microsoft PowerPoint</dc:title>
  <dc:creator/>
  <cp:lastModifiedBy>Saroj Lamichhane</cp:lastModifiedBy>
  <cp:revision>1</cp:revision>
  <dcterms:created xsi:type="dcterms:W3CDTF">2025-09-26T16:17:47Z</dcterms:created>
  <dcterms:modified xsi:type="dcterms:W3CDTF">2025-12-12T21:12:09Z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B6DB8F6A-4E21-4E26-AD71-16F6FA615213</vt:lpwstr>
  </property>
  <property fmtid="{D5CDD505-2E9C-101B-9397-08002B2CF9AE}" pid="3" name="ArticulatePath">
    <vt:lpwstr>Presentation1</vt:lpwstr>
  </property>
</Properties>
</file>