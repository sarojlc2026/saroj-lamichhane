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notesSlides/notesSlide5.xml" ContentType="application/vnd.openxmlformats-officedocument.presentationml.notesSlide+xml"/>
  <Override PartName="/ppt/tags/tag40.xml" ContentType="application/vnd.openxmlformats-officedocument.presentationml.tags+xml"/>
  <Override PartName="/ppt/notesSlides/notesSlide6.xml" ContentType="application/vnd.openxmlformats-officedocument.presentationml.notesSlide+xml"/>
  <Override PartName="/ppt/tags/tag41.xml" ContentType="application/vnd.openxmlformats-officedocument.presentationml.tags+xml"/>
  <Override PartName="/ppt/notesSlides/notesSlide7.xml" ContentType="application/vnd.openxmlformats-officedocument.presentationml.notesSlide+xml"/>
  <Override PartName="/ppt/tags/tag42.xml" ContentType="application/vnd.openxmlformats-officedocument.presentationml.tags+xml"/>
  <Override PartName="/ppt/notesSlides/notesSlide8.xml" ContentType="application/vnd.openxmlformats-officedocument.presentationml.notesSlide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tags/tag44.xml" ContentType="application/vnd.openxmlformats-officedocument.presentationml.tags+xml"/>
  <Override PartName="/ppt/notesSlides/notesSlide10.xml" ContentType="application/vnd.openxmlformats-officedocument.presentationml.notesSlide+xml"/>
  <Override PartName="/ppt/tags/tag45.xml" ContentType="application/vnd.openxmlformats-officedocument.presentationml.tags+xml"/>
  <Override PartName="/ppt/notesSlides/notesSlide11.xml" ContentType="application/vnd.openxmlformats-officedocument.presentationml.notesSlide+xml"/>
  <Override PartName="/ppt/tags/tag46.xml" ContentType="application/vnd.openxmlformats-officedocument.presentationml.tags+xml"/>
  <Override PartName="/ppt/notesSlides/notesSlide12.xml" ContentType="application/vnd.openxmlformats-officedocument.presentationml.notesSlide+xml"/>
  <Override PartName="/ppt/tags/tag47.xml" ContentType="application/vnd.openxmlformats-officedocument.presentationml.tags+xml"/>
  <Override PartName="/ppt/notesSlides/notesSlide13.xml" ContentType="application/vnd.openxmlformats-officedocument.presentationml.notesSlide+xml"/>
  <Override PartName="/ppt/tags/tag48.xml" ContentType="application/vnd.openxmlformats-officedocument.presentationml.tags+xml"/>
  <Override PartName="/ppt/notesSlides/notesSlide14.xml" ContentType="application/vnd.openxmlformats-officedocument.presentationml.notesSlide+xml"/>
  <Override PartName="/ppt/tags/tag49.xml" ContentType="application/vnd.openxmlformats-officedocument.presentationml.tags+xml"/>
  <Override PartName="/ppt/notesSlides/notesSlide15.xml" ContentType="application/vnd.openxmlformats-officedocument.presentationml.notesSlide+xml"/>
  <Override PartName="/ppt/tags/tag50.xml" ContentType="application/vnd.openxmlformats-officedocument.presentationml.tags+xml"/>
  <Override PartName="/ppt/notesSlides/notesSlide16.xml" ContentType="application/vnd.openxmlformats-officedocument.presentationml.notesSlide+xml"/>
  <Override PartName="/ppt/tags/tag51.xml" ContentType="application/vnd.openxmlformats-officedocument.presentationml.tags+xml"/>
  <Override PartName="/ppt/notesSlides/notesSlide17.xml" ContentType="application/vnd.openxmlformats-officedocument.presentationml.notesSlide+xml"/>
  <Override PartName="/ppt/tags/tag52.xml" ContentType="application/vnd.openxmlformats-officedocument.presentationml.tags+xml"/>
  <Override PartName="/ppt/notesSlides/notesSlide18.xml" ContentType="application/vnd.openxmlformats-officedocument.presentationml.notesSlide+xml"/>
  <Override PartName="/ppt/tags/tag53.xml" ContentType="application/vnd.openxmlformats-officedocument.presentationml.tags+xml"/>
  <Override PartName="/ppt/notesSlides/notesSlide19.xml" ContentType="application/vnd.openxmlformats-officedocument.presentationml.notesSlide+xml"/>
  <Override PartName="/ppt/tags/tag54.xml" ContentType="application/vnd.openxmlformats-officedocument.presentationml.tags+xml"/>
  <Override PartName="/ppt/notesSlides/notesSlide20.xml" ContentType="application/vnd.openxmlformats-officedocument.presentationml.notesSlide+xml"/>
  <Override PartName="/ppt/tags/tag55.xml" ContentType="application/vnd.openxmlformats-officedocument.presentationml.tags+xml"/>
  <Override PartName="/ppt/notesSlides/notesSlide21.xml" ContentType="application/vnd.openxmlformats-officedocument.presentationml.notesSlide+xml"/>
  <Override PartName="/ppt/tags/tag56.xml" ContentType="application/vnd.openxmlformats-officedocument.presentationml.tags+xml"/>
  <Override PartName="/ppt/notesSlides/notesSlide22.xml" ContentType="application/vnd.openxmlformats-officedocument.presentationml.notesSlide+xml"/>
  <Override PartName="/ppt/tags/tag57.xml" ContentType="application/vnd.openxmlformats-officedocument.presentationml.tags+xml"/>
  <Override PartName="/ppt/notesSlides/notesSlide23.xml" ContentType="application/vnd.openxmlformats-officedocument.presentationml.notesSlide+xml"/>
  <Override PartName="/ppt/tags/tag5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67" r:id="rId5"/>
    <p:sldId id="433" r:id="rId6"/>
    <p:sldId id="445" r:id="rId7"/>
    <p:sldId id="256" r:id="rId8"/>
    <p:sldId id="436" r:id="rId9"/>
    <p:sldId id="446" r:id="rId10"/>
    <p:sldId id="447" r:id="rId11"/>
    <p:sldId id="456" r:id="rId12"/>
    <p:sldId id="454" r:id="rId13"/>
    <p:sldId id="448" r:id="rId14"/>
    <p:sldId id="455" r:id="rId15"/>
    <p:sldId id="449" r:id="rId16"/>
    <p:sldId id="457" r:id="rId17"/>
    <p:sldId id="465" r:id="rId18"/>
    <p:sldId id="458" r:id="rId19"/>
    <p:sldId id="459" r:id="rId20"/>
    <p:sldId id="460" r:id="rId21"/>
    <p:sldId id="467" r:id="rId22"/>
    <p:sldId id="450" r:id="rId23"/>
    <p:sldId id="462" r:id="rId24"/>
    <p:sldId id="451" r:id="rId25"/>
    <p:sldId id="453" r:id="rId26"/>
    <p:sldId id="440" r:id="rId27"/>
    <p:sldId id="468" r:id="rId28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552" userDrawn="1">
          <p15:clr>
            <a:srgbClr val="A4A3A4"/>
          </p15:clr>
        </p15:guide>
        <p15:guide id="2" pos="4128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345"/>
    <a:srgbClr val="FFD966"/>
    <a:srgbClr val="EA989A"/>
    <a:srgbClr val="0097A6"/>
    <a:srgbClr val="92C47D"/>
    <a:srgbClr val="93C47E"/>
    <a:srgbClr val="6D9EEB"/>
    <a:srgbClr val="162949"/>
    <a:srgbClr val="00386C"/>
    <a:srgbClr val="011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66130-5C85-42EF-A6D4-5D160F81FE99}" v="77" dt="2026-03-05T17:06:03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7797" autoAdjust="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>
        <p:guide pos="3552"/>
        <p:guide pos="412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oj Lamichhane" userId="c617947a-7477-4b60-adcf-66cafaadec49" providerId="ADAL" clId="{7C8EF2EC-A727-4522-8D13-463CE1C54E42}"/>
    <pc:docChg chg="undo redo custSel addSld delSld modSld sldOrd modMainMaster">
      <pc:chgData name="Saroj Lamichhane" userId="c617947a-7477-4b60-adcf-66cafaadec49" providerId="ADAL" clId="{7C8EF2EC-A727-4522-8D13-463CE1C54E42}" dt="2026-03-05T17:07:10.938" v="4542" actId="20577"/>
      <pc:docMkLst>
        <pc:docMk/>
      </pc:docMkLst>
      <pc:sldChg chg="addSp delSp modSp add mod ord setBg modClrScheme chgLayout modNotesTx">
        <pc:chgData name="Saroj Lamichhane" userId="c617947a-7477-4b60-adcf-66cafaadec49" providerId="ADAL" clId="{7C8EF2EC-A727-4522-8D13-463CE1C54E42}" dt="2026-03-05T16:30:20.457" v="4060" actId="20577"/>
        <pc:sldMkLst>
          <pc:docMk/>
          <pc:sldMk cId="0" sldId="256"/>
        </pc:sldMkLst>
        <pc:spChg chg="add del mod ord">
          <ac:chgData name="Saroj Lamichhane" userId="c617947a-7477-4b60-adcf-66cafaadec49" providerId="ADAL" clId="{7C8EF2EC-A727-4522-8D13-463CE1C54E42}" dt="2026-03-05T16:02:06.975" v="3969" actId="166"/>
          <ac:spMkLst>
            <pc:docMk/>
            <pc:sldMk cId="0" sldId="256"/>
            <ac:spMk id="47" creationId="{389348CE-DB84-F878-EB82-587EFBAD5E84}"/>
          </ac:spMkLst>
        </pc:spChg>
        <pc:picChg chg="add mod">
          <ac:chgData name="Saroj Lamichhane" userId="c617947a-7477-4b60-adcf-66cafaadec49" providerId="ADAL" clId="{7C8EF2EC-A727-4522-8D13-463CE1C54E42}" dt="2026-03-05T16:01:45.676" v="3968" actId="931"/>
          <ac:picMkLst>
            <pc:docMk/>
            <pc:sldMk cId="0" sldId="256"/>
            <ac:picMk id="3" creationId="{4F155177-FFC6-3A1D-413C-2E10D60FD8B1}"/>
          </ac:picMkLst>
        </pc:picChg>
        <pc:picChg chg="add del mod ord">
          <ac:chgData name="Saroj Lamichhane" userId="c617947a-7477-4b60-adcf-66cafaadec49" providerId="ADAL" clId="{7C8EF2EC-A727-4522-8D13-463CE1C54E42}" dt="2026-03-05T16:02:09.566" v="3970" actId="478"/>
          <ac:picMkLst>
            <pc:docMk/>
            <pc:sldMk cId="0" sldId="256"/>
            <ac:picMk id="46" creationId="{5E45DC12-BDAF-74C2-70BD-FDC6278DED74}"/>
          </ac:picMkLst>
        </pc:picChg>
      </pc:sldChg>
      <pc:sldChg chg="addSp delSp modSp mod setBg delDesignElem chgLayout modNotesTx">
        <pc:chgData name="Saroj Lamichhane" userId="c617947a-7477-4b60-adcf-66cafaadec49" providerId="ADAL" clId="{7C8EF2EC-A727-4522-8D13-463CE1C54E42}" dt="2026-03-05T16:24:56.111" v="3979" actId="20577"/>
        <pc:sldMkLst>
          <pc:docMk/>
          <pc:sldMk cId="3409544115" sldId="267"/>
        </pc:sldMkLst>
        <pc:spChg chg="mod ord">
          <ac:chgData name="Saroj Lamichhane" userId="c617947a-7477-4b60-adcf-66cafaadec49" providerId="ADAL" clId="{7C8EF2EC-A727-4522-8D13-463CE1C54E42}" dt="2026-02-27T15:46:20.528" v="3212" actId="962"/>
          <ac:spMkLst>
            <pc:docMk/>
            <pc:sldMk cId="3409544115" sldId="267"/>
            <ac:spMk id="2" creationId="{F390B244-FE79-479B-2A25-D0749FE2D142}"/>
          </ac:spMkLst>
        </pc:spChg>
        <pc:spChg chg="mod ord">
          <ac:chgData name="Saroj Lamichhane" userId="c617947a-7477-4b60-adcf-66cafaadec49" providerId="ADAL" clId="{7C8EF2EC-A727-4522-8D13-463CE1C54E42}" dt="2026-02-27T15:46:17.300" v="3206" actId="13244"/>
          <ac:spMkLst>
            <pc:docMk/>
            <pc:sldMk cId="3409544115" sldId="267"/>
            <ac:spMk id="3" creationId="{4CCAD08E-6D0A-45A7-91DA-8C2A0CF32544}"/>
          </ac:spMkLst>
        </pc:spChg>
        <pc:picChg chg="add mod">
          <ac:chgData name="Saroj Lamichhane" userId="c617947a-7477-4b60-adcf-66cafaadec49" providerId="ADAL" clId="{7C8EF2EC-A727-4522-8D13-463CE1C54E42}" dt="2026-02-27T14:48:13.327" v="2835" actId="962"/>
          <ac:picMkLst>
            <pc:docMk/>
            <pc:sldMk cId="3409544115" sldId="267"/>
            <ac:picMk id="1026" creationId="{B389D4E7-74E3-E5E3-AD5B-2F5853537A00}"/>
          </ac:picMkLst>
        </pc:picChg>
      </pc:sldChg>
      <pc:sldChg chg="addSp delSp modSp mod modClrScheme chgLayout modNotesTx">
        <pc:chgData name="Saroj Lamichhane" userId="c617947a-7477-4b60-adcf-66cafaadec49" providerId="ADAL" clId="{7C8EF2EC-A727-4522-8D13-463CE1C54E42}" dt="2026-03-05T16:33:26.214" v="4073" actId="20577"/>
        <pc:sldMkLst>
          <pc:docMk/>
          <pc:sldMk cId="3517189904" sldId="433"/>
        </pc:sldMkLst>
        <pc:spChg chg="mod ord">
          <ac:chgData name="Saroj Lamichhane" userId="c617947a-7477-4b60-adcf-66cafaadec49" providerId="ADAL" clId="{7C8EF2EC-A727-4522-8D13-463CE1C54E42}" dt="2026-02-25T20:44:37.326" v="255" actId="27636"/>
          <ac:spMkLst>
            <pc:docMk/>
            <pc:sldMk cId="3517189904" sldId="433"/>
            <ac:spMk id="2" creationId="{9D6A647A-5620-B4F8-9B28-143B947483E4}"/>
          </ac:spMkLst>
        </pc:spChg>
        <pc:spChg chg="mod ord">
          <ac:chgData name="Saroj Lamichhane" userId="c617947a-7477-4b60-adcf-66cafaadec49" providerId="ADAL" clId="{7C8EF2EC-A727-4522-8D13-463CE1C54E42}" dt="2026-03-05T05:13:19.707" v="3494" actId="20577"/>
          <ac:spMkLst>
            <pc:docMk/>
            <pc:sldMk cId="3517189904" sldId="433"/>
            <ac:spMk id="3" creationId="{8B547B55-B4E6-6E31-1B09-812A448789BE}"/>
          </ac:spMkLst>
        </pc:spChg>
        <pc:spChg chg="add">
          <ac:chgData name="Saroj Lamichhane" userId="c617947a-7477-4b60-adcf-66cafaadec49" providerId="ADAL" clId="{7C8EF2EC-A727-4522-8D13-463CE1C54E42}" dt="2026-02-25T20:54:23.301" v="322"/>
          <ac:spMkLst>
            <pc:docMk/>
            <pc:sldMk cId="3517189904" sldId="433"/>
            <ac:spMk id="4" creationId="{FCAF2D8A-05AC-099B-7E2B-234492D9F90A}"/>
          </ac:spMkLst>
        </pc:spChg>
      </pc:sldChg>
      <pc:sldChg chg="addSp delSp modSp mod ord modClrScheme chgLayout modNotesTx">
        <pc:chgData name="Saroj Lamichhane" userId="c617947a-7477-4b60-adcf-66cafaadec49" providerId="ADAL" clId="{7C8EF2EC-A727-4522-8D13-463CE1C54E42}" dt="2026-03-05T16:31:40.746" v="4072" actId="20577"/>
        <pc:sldMkLst>
          <pc:docMk/>
          <pc:sldMk cId="3214255514" sldId="436"/>
        </pc:sldMkLst>
        <pc:spChg chg="add mod ord">
          <ac:chgData name="Saroj Lamichhane" userId="c617947a-7477-4b60-adcf-66cafaadec49" providerId="ADAL" clId="{7C8EF2EC-A727-4522-8D13-463CE1C54E42}" dt="2026-02-27T15:46:36.436" v="3213" actId="13244"/>
          <ac:spMkLst>
            <pc:docMk/>
            <pc:sldMk cId="3214255514" sldId="436"/>
            <ac:spMk id="2" creationId="{53A49527-CA60-28C9-2C8C-90307AE22A57}"/>
          </ac:spMkLst>
        </pc:spChg>
        <pc:spChg chg="add mod ord">
          <ac:chgData name="Saroj Lamichhane" userId="c617947a-7477-4b60-adcf-66cafaadec49" providerId="ADAL" clId="{7C8EF2EC-A727-4522-8D13-463CE1C54E42}" dt="2026-02-25T20:57:40.778" v="469" actId="700"/>
          <ac:spMkLst>
            <pc:docMk/>
            <pc:sldMk cId="3214255514" sldId="436"/>
            <ac:spMk id="3" creationId="{B3B1889C-ACA5-093C-F3CE-9248F7473511}"/>
          </ac:spMkLst>
        </pc:spChg>
        <pc:spChg chg="mod ord">
          <ac:chgData name="Saroj Lamichhane" userId="c617947a-7477-4b60-adcf-66cafaadec49" providerId="ADAL" clId="{7C8EF2EC-A727-4522-8D13-463CE1C54E42}" dt="2026-02-26T20:39:11.979" v="1472" actId="20577"/>
          <ac:spMkLst>
            <pc:docMk/>
            <pc:sldMk cId="3214255514" sldId="436"/>
            <ac:spMk id="4" creationId="{683F0FDD-D2CA-E138-C025-82F9C84F2D6F}"/>
          </ac:spMkLst>
        </pc:spChg>
        <pc:spChg chg="add mod ord">
          <ac:chgData name="Saroj Lamichhane" userId="c617947a-7477-4b60-adcf-66cafaadec49" providerId="ADAL" clId="{7C8EF2EC-A727-4522-8D13-463CE1C54E42}" dt="2026-02-27T00:32:25.925" v="2652" actId="20577"/>
          <ac:spMkLst>
            <pc:docMk/>
            <pc:sldMk cId="3214255514" sldId="436"/>
            <ac:spMk id="5" creationId="{48485E94-DE65-9A65-EE53-A992179B5ED2}"/>
          </ac:spMkLst>
        </pc:spChg>
        <pc:spChg chg="add mod ord">
          <ac:chgData name="Saroj Lamichhane" userId="c617947a-7477-4b60-adcf-66cafaadec49" providerId="ADAL" clId="{7C8EF2EC-A727-4522-8D13-463CE1C54E42}" dt="2026-02-27T15:46:42.916" v="3214" actId="13244"/>
          <ac:spMkLst>
            <pc:docMk/>
            <pc:sldMk cId="3214255514" sldId="436"/>
            <ac:spMk id="10" creationId="{1E70CEA2-7425-AD2B-4EB2-7B7D96016A6D}"/>
          </ac:spMkLst>
        </pc:spChg>
        <pc:spChg chg="add mod ord">
          <ac:chgData name="Saroj Lamichhane" userId="c617947a-7477-4b60-adcf-66cafaadec49" providerId="ADAL" clId="{7C8EF2EC-A727-4522-8D13-463CE1C54E42}" dt="2026-03-05T05:11:32.987" v="3493" actId="1035"/>
          <ac:spMkLst>
            <pc:docMk/>
            <pc:sldMk cId="3214255514" sldId="436"/>
            <ac:spMk id="11" creationId="{1EC45650-A5DF-CEE2-CCBD-9B8F9EAC1F99}"/>
          </ac:spMkLst>
        </pc:spChg>
        <pc:spChg chg="mod ord">
          <ac:chgData name="Saroj Lamichhane" userId="c617947a-7477-4b60-adcf-66cafaadec49" providerId="ADAL" clId="{7C8EF2EC-A727-4522-8D13-463CE1C54E42}" dt="2026-02-25T21:06:28.106" v="530" actId="207"/>
          <ac:spMkLst>
            <pc:docMk/>
            <pc:sldMk cId="3214255514" sldId="436"/>
            <ac:spMk id="12" creationId="{3BA8A513-116B-FED0-5C9D-A23FBBF4DA50}"/>
          </ac:spMkLst>
        </pc:spChg>
      </pc:sldChg>
      <pc:sldChg chg="modSp mod">
        <pc:chgData name="Saroj Lamichhane" userId="c617947a-7477-4b60-adcf-66cafaadec49" providerId="ADAL" clId="{7C8EF2EC-A727-4522-8D13-463CE1C54E42}" dt="2026-03-05T15:50:08.562" v="3935" actId="207"/>
        <pc:sldMkLst>
          <pc:docMk/>
          <pc:sldMk cId="2020851624" sldId="440"/>
        </pc:sldMkLst>
        <pc:spChg chg="mod">
          <ac:chgData name="Saroj Lamichhane" userId="c617947a-7477-4b60-adcf-66cafaadec49" providerId="ADAL" clId="{7C8EF2EC-A727-4522-8D13-463CE1C54E42}" dt="2026-02-26T15:46:14.879" v="1136" actId="113"/>
          <ac:spMkLst>
            <pc:docMk/>
            <pc:sldMk cId="2020851624" sldId="440"/>
            <ac:spMk id="2" creationId="{DC0E7A3D-A073-FF96-30EB-41188C86427E}"/>
          </ac:spMkLst>
        </pc:spChg>
        <pc:spChg chg="mod">
          <ac:chgData name="Saroj Lamichhane" userId="c617947a-7477-4b60-adcf-66cafaadec49" providerId="ADAL" clId="{7C8EF2EC-A727-4522-8D13-463CE1C54E42}" dt="2026-03-05T15:50:08.562" v="3935" actId="207"/>
          <ac:spMkLst>
            <pc:docMk/>
            <pc:sldMk cId="2020851624" sldId="440"/>
            <ac:spMk id="20" creationId="{F444B2FA-4676-93A0-6290-267C7169EF9A}"/>
          </ac:spMkLst>
        </pc:spChg>
      </pc:sldChg>
      <pc:sldChg chg="addSp delSp modSp new mod ord setBg modClrScheme addAnim delAnim chgLayout modNotesTx">
        <pc:chgData name="Saroj Lamichhane" userId="c617947a-7477-4b60-adcf-66cafaadec49" providerId="ADAL" clId="{7C8EF2EC-A727-4522-8D13-463CE1C54E42}" dt="2026-03-05T16:27:45.835" v="4051" actId="20577"/>
        <pc:sldMkLst>
          <pc:docMk/>
          <pc:sldMk cId="3068492788" sldId="445"/>
        </pc:sldMkLst>
        <pc:spChg chg="add mod ord">
          <ac:chgData name="Saroj Lamichhane" userId="c617947a-7477-4b60-adcf-66cafaadec49" providerId="ADAL" clId="{7C8EF2EC-A727-4522-8D13-463CE1C54E42}" dt="2026-02-27T00:30:40.155" v="2643" actId="20577"/>
          <ac:spMkLst>
            <pc:docMk/>
            <pc:sldMk cId="3068492788" sldId="445"/>
            <ac:spMk id="15" creationId="{EB57E4EE-4EF3-052A-8CB7-95BA965AEEC8}"/>
          </ac:spMkLst>
        </pc:spChg>
        <pc:spChg chg="add">
          <ac:chgData name="Saroj Lamichhane" userId="c617947a-7477-4b60-adcf-66cafaadec49" providerId="ADAL" clId="{7C8EF2EC-A727-4522-8D13-463CE1C54E42}" dt="2026-02-25T21:11:21.403" v="559" actId="26606"/>
          <ac:spMkLst>
            <pc:docMk/>
            <pc:sldMk cId="3068492788" sldId="445"/>
            <ac:spMk id="28" creationId="{4522B21E-B2B9-4C72-9A71-C87EFD137480}"/>
          </ac:spMkLst>
        </pc:spChg>
        <pc:spChg chg="add">
          <ac:chgData name="Saroj Lamichhane" userId="c617947a-7477-4b60-adcf-66cafaadec49" providerId="ADAL" clId="{7C8EF2EC-A727-4522-8D13-463CE1C54E42}" dt="2026-02-25T21:11:21.403" v="559" actId="26606"/>
          <ac:spMkLst>
            <pc:docMk/>
            <pc:sldMk cId="3068492788" sldId="445"/>
            <ac:spMk id="29" creationId="{5EB7D2A2-F448-44D4-938C-DC84CBCB3B1E}"/>
          </ac:spMkLst>
        </pc:spChg>
        <pc:spChg chg="add">
          <ac:chgData name="Saroj Lamichhane" userId="c617947a-7477-4b60-adcf-66cafaadec49" providerId="ADAL" clId="{7C8EF2EC-A727-4522-8D13-463CE1C54E42}" dt="2026-02-25T21:11:21.403" v="559" actId="26606"/>
          <ac:spMkLst>
            <pc:docMk/>
            <pc:sldMk cId="3068492788" sldId="445"/>
            <ac:spMk id="30" creationId="{871AEA07-1E14-44B4-8E55-64EF049CD66F}"/>
          </ac:spMkLst>
        </pc:spChg>
        <pc:cxnChg chg="add">
          <ac:chgData name="Saroj Lamichhane" userId="c617947a-7477-4b60-adcf-66cafaadec49" providerId="ADAL" clId="{7C8EF2EC-A727-4522-8D13-463CE1C54E42}" dt="2026-02-25T21:11:21.403" v="559" actId="26606"/>
          <ac:cxnSpMkLst>
            <pc:docMk/>
            <pc:sldMk cId="3068492788" sldId="445"/>
            <ac:cxnSpMk id="32" creationId="{F7C8EA93-3210-4C62-99E9-153C275E3A87}"/>
          </ac:cxnSpMkLst>
        </pc:cxnChg>
      </pc:sldChg>
      <pc:sldChg chg="addSp delSp modSp new mod ord setBg modClrScheme chgLayout modNotesTx">
        <pc:chgData name="Saroj Lamichhane" userId="c617947a-7477-4b60-adcf-66cafaadec49" providerId="ADAL" clId="{7C8EF2EC-A727-4522-8D13-463CE1C54E42}" dt="2026-03-05T16:35:02.577" v="4095" actId="20577"/>
        <pc:sldMkLst>
          <pc:docMk/>
          <pc:sldMk cId="3499726202" sldId="446"/>
        </pc:sldMkLst>
        <pc:spChg chg="add mod ord">
          <ac:chgData name="Saroj Lamichhane" userId="c617947a-7477-4b60-adcf-66cafaadec49" providerId="ADAL" clId="{7C8EF2EC-A727-4522-8D13-463CE1C54E42}" dt="2026-03-05T05:09:44.644" v="3467" actId="20577"/>
          <ac:spMkLst>
            <pc:docMk/>
            <pc:sldMk cId="3499726202" sldId="446"/>
            <ac:spMk id="7" creationId="{06858663-9A2D-EB91-FCE4-DA36CB9C4217}"/>
          </ac:spMkLst>
        </pc:spChg>
        <pc:spChg chg="mod topLvl">
          <ac:chgData name="Saroj Lamichhane" userId="c617947a-7477-4b60-adcf-66cafaadec49" providerId="ADAL" clId="{7C8EF2EC-A727-4522-8D13-463CE1C54E42}" dt="2026-02-27T14:52:50.128" v="2860" actId="165"/>
          <ac:spMkLst>
            <pc:docMk/>
            <pc:sldMk cId="3499726202" sldId="446"/>
            <ac:spMk id="19" creationId="{E2A7E3AC-5FAA-6E93-BEB1-5DF28AC67155}"/>
          </ac:spMkLst>
        </pc:spChg>
        <pc:spChg chg="mod ord topLvl">
          <ac:chgData name="Saroj Lamichhane" userId="c617947a-7477-4b60-adcf-66cafaadec49" providerId="ADAL" clId="{7C8EF2EC-A727-4522-8D13-463CE1C54E42}" dt="2026-02-27T15:47:05.836" v="3216" actId="13244"/>
          <ac:spMkLst>
            <pc:docMk/>
            <pc:sldMk cId="3499726202" sldId="446"/>
            <ac:spMk id="21" creationId="{BD7FD9B0-3B05-0A93-C14E-026F7B93890C}"/>
          </ac:spMkLst>
        </pc:spChg>
        <pc:picChg chg="add mod">
          <ac:chgData name="Saroj Lamichhane" userId="c617947a-7477-4b60-adcf-66cafaadec49" providerId="ADAL" clId="{7C8EF2EC-A727-4522-8D13-463CE1C54E42}" dt="2026-02-27T14:54:22.274" v="2867" actId="962"/>
          <ac:picMkLst>
            <pc:docMk/>
            <pc:sldMk cId="3499726202" sldId="446"/>
            <ac:picMk id="4" creationId="{93CBBFE2-6624-A342-0E06-963744A24B20}"/>
          </ac:picMkLst>
        </pc:picChg>
        <pc:picChg chg="add mod">
          <ac:chgData name="Saroj Lamichhane" userId="c617947a-7477-4b60-adcf-66cafaadec49" providerId="ADAL" clId="{7C8EF2EC-A727-4522-8D13-463CE1C54E42}" dt="2026-02-27T15:46:58.882" v="3215" actId="13244"/>
          <ac:picMkLst>
            <pc:docMk/>
            <pc:sldMk cId="3499726202" sldId="446"/>
            <ac:picMk id="3082" creationId="{64FF1A9F-5793-D2BC-5DC7-7D8E7412C7C0}"/>
          </ac:picMkLst>
        </pc:picChg>
      </pc:sldChg>
      <pc:sldChg chg="addSp delSp modSp new mod modNotesTx">
        <pc:chgData name="Saroj Lamichhane" userId="c617947a-7477-4b60-adcf-66cafaadec49" providerId="ADAL" clId="{7C8EF2EC-A727-4522-8D13-463CE1C54E42}" dt="2026-03-05T16:36:00.476" v="4115" actId="20577"/>
        <pc:sldMkLst>
          <pc:docMk/>
          <pc:sldMk cId="2050623616" sldId="447"/>
        </pc:sldMkLst>
        <pc:spChg chg="mod">
          <ac:chgData name="Saroj Lamichhane" userId="c617947a-7477-4b60-adcf-66cafaadec49" providerId="ADAL" clId="{7C8EF2EC-A727-4522-8D13-463CE1C54E42}" dt="2026-02-25T21:48:56.736" v="892"/>
          <ac:spMkLst>
            <pc:docMk/>
            <pc:sldMk cId="2050623616" sldId="447"/>
            <ac:spMk id="2" creationId="{8FAADDD9-36C4-8096-5761-ECD0C36B3582}"/>
          </ac:spMkLst>
        </pc:spChg>
        <pc:spChg chg="mod">
          <ac:chgData name="Saroj Lamichhane" userId="c617947a-7477-4b60-adcf-66cafaadec49" providerId="ADAL" clId="{7C8EF2EC-A727-4522-8D13-463CE1C54E42}" dt="2026-03-04T22:17:59.125" v="3413" actId="20577"/>
          <ac:spMkLst>
            <pc:docMk/>
            <pc:sldMk cId="2050623616" sldId="447"/>
            <ac:spMk id="3" creationId="{C51E265B-DADC-6FD4-C78B-6F605DEF8CF4}"/>
          </ac:spMkLst>
        </pc:spChg>
        <pc:spChg chg="add mod">
          <ac:chgData name="Saroj Lamichhane" userId="c617947a-7477-4b60-adcf-66cafaadec49" providerId="ADAL" clId="{7C8EF2EC-A727-4522-8D13-463CE1C54E42}" dt="2026-02-25T22:02:14.980" v="1069" actId="113"/>
          <ac:spMkLst>
            <pc:docMk/>
            <pc:sldMk cId="2050623616" sldId="447"/>
            <ac:spMk id="5" creationId="{B8A46444-9E67-FDB5-98BE-7D49D9537DCE}"/>
          </ac:spMkLst>
        </pc:spChg>
        <pc:spChg chg="add mod">
          <ac:chgData name="Saroj Lamichhane" userId="c617947a-7477-4b60-adcf-66cafaadec49" providerId="ADAL" clId="{7C8EF2EC-A727-4522-8D13-463CE1C54E42}" dt="2026-02-25T22:02:13.284" v="1068" actId="113"/>
          <ac:spMkLst>
            <pc:docMk/>
            <pc:sldMk cId="2050623616" sldId="447"/>
            <ac:spMk id="6" creationId="{5770469B-779F-559F-0B45-B5D07CA5858A}"/>
          </ac:spMkLst>
        </pc:spChg>
        <pc:spChg chg="add mod">
          <ac:chgData name="Saroj Lamichhane" userId="c617947a-7477-4b60-adcf-66cafaadec49" providerId="ADAL" clId="{7C8EF2EC-A727-4522-8D13-463CE1C54E42}" dt="2026-02-25T22:02:23.574" v="1070" actId="207"/>
          <ac:spMkLst>
            <pc:docMk/>
            <pc:sldMk cId="2050623616" sldId="447"/>
            <ac:spMk id="7" creationId="{0FE2FA96-4F80-4F41-D09F-17F188B87FA2}"/>
          </ac:spMkLst>
        </pc:spChg>
      </pc:sldChg>
      <pc:sldChg chg="addSp modSp new mod modNotesTx">
        <pc:chgData name="Saroj Lamichhane" userId="c617947a-7477-4b60-adcf-66cafaadec49" providerId="ADAL" clId="{7C8EF2EC-A727-4522-8D13-463CE1C54E42}" dt="2026-03-05T16:39:38.075" v="4182" actId="20577"/>
        <pc:sldMkLst>
          <pc:docMk/>
          <pc:sldMk cId="3609430611" sldId="448"/>
        </pc:sldMkLst>
        <pc:spChg chg="mod">
          <ac:chgData name="Saroj Lamichhane" userId="c617947a-7477-4b60-adcf-66cafaadec49" providerId="ADAL" clId="{7C8EF2EC-A727-4522-8D13-463CE1C54E42}" dt="2026-02-26T15:42:27.243" v="1077"/>
          <ac:spMkLst>
            <pc:docMk/>
            <pc:sldMk cId="3609430611" sldId="448"/>
            <ac:spMk id="2" creationId="{B1E6DC95-4B2E-6D64-2EE0-80BB12F7ABC4}"/>
          </ac:spMkLst>
        </pc:spChg>
        <pc:spChg chg="mod">
          <ac:chgData name="Saroj Lamichhane" userId="c617947a-7477-4b60-adcf-66cafaadec49" providerId="ADAL" clId="{7C8EF2EC-A727-4522-8D13-463CE1C54E42}" dt="2026-03-05T05:27:00.138" v="3731" actId="20577"/>
          <ac:spMkLst>
            <pc:docMk/>
            <pc:sldMk cId="3609430611" sldId="448"/>
            <ac:spMk id="3" creationId="{66A7BCCA-876A-488A-F3BD-62AB2E3A6023}"/>
          </ac:spMkLst>
        </pc:spChg>
        <pc:spChg chg="add">
          <ac:chgData name="Saroj Lamichhane" userId="c617947a-7477-4b60-adcf-66cafaadec49" providerId="ADAL" clId="{7C8EF2EC-A727-4522-8D13-463CE1C54E42}" dt="2026-03-05T05:16:02.097" v="3495"/>
          <ac:spMkLst>
            <pc:docMk/>
            <pc:sldMk cId="3609430611" sldId="448"/>
            <ac:spMk id="4" creationId="{53EECAE4-F176-1D23-4568-58D8C54B2BE6}"/>
          </ac:spMkLst>
        </pc:spChg>
        <pc:spChg chg="add">
          <ac:chgData name="Saroj Lamichhane" userId="c617947a-7477-4b60-adcf-66cafaadec49" providerId="ADAL" clId="{7C8EF2EC-A727-4522-8D13-463CE1C54E42}" dt="2026-03-05T05:16:13.517" v="3496"/>
          <ac:spMkLst>
            <pc:docMk/>
            <pc:sldMk cId="3609430611" sldId="448"/>
            <ac:spMk id="5" creationId="{306F1383-D79E-F754-14F8-28EA05E19AB1}"/>
          </ac:spMkLst>
        </pc:spChg>
        <pc:spChg chg="add mod">
          <ac:chgData name="Saroj Lamichhane" userId="c617947a-7477-4b60-adcf-66cafaadec49" providerId="ADAL" clId="{7C8EF2EC-A727-4522-8D13-463CE1C54E42}" dt="2026-03-05T05:16:33.397" v="3500"/>
          <ac:spMkLst>
            <pc:docMk/>
            <pc:sldMk cId="3609430611" sldId="448"/>
            <ac:spMk id="6" creationId="{143DF90B-3C4C-AB44-F0CD-C902F0C01B71}"/>
          </ac:spMkLst>
        </pc:spChg>
        <pc:spChg chg="add mod">
          <ac:chgData name="Saroj Lamichhane" userId="c617947a-7477-4b60-adcf-66cafaadec49" providerId="ADAL" clId="{7C8EF2EC-A727-4522-8D13-463CE1C54E42}" dt="2026-03-05T05:16:30.647" v="3499"/>
          <ac:spMkLst>
            <pc:docMk/>
            <pc:sldMk cId="3609430611" sldId="448"/>
            <ac:spMk id="7" creationId="{EB2F3C36-546E-0982-113E-EC6F12814B27}"/>
          </ac:spMkLst>
        </pc:spChg>
        <pc:spChg chg="add mod">
          <ac:chgData name="Saroj Lamichhane" userId="c617947a-7477-4b60-adcf-66cafaadec49" providerId="ADAL" clId="{7C8EF2EC-A727-4522-8D13-463CE1C54E42}" dt="2026-03-05T05:16:43.450" v="3503" actId="1076"/>
          <ac:spMkLst>
            <pc:docMk/>
            <pc:sldMk cId="3609430611" sldId="448"/>
            <ac:spMk id="8" creationId="{D181E4CD-4F1C-DAAA-4EC0-849C3BDD3778}"/>
          </ac:spMkLst>
        </pc:spChg>
        <pc:spChg chg="add">
          <ac:chgData name="Saroj Lamichhane" userId="c617947a-7477-4b60-adcf-66cafaadec49" providerId="ADAL" clId="{7C8EF2EC-A727-4522-8D13-463CE1C54E42}" dt="2026-03-05T05:16:59.865" v="3505"/>
          <ac:spMkLst>
            <pc:docMk/>
            <pc:sldMk cId="3609430611" sldId="448"/>
            <ac:spMk id="9" creationId="{B91926B4-D9CD-6952-0D19-A69C07770490}"/>
          </ac:spMkLst>
        </pc:spChg>
        <pc:spChg chg="add">
          <ac:chgData name="Saroj Lamichhane" userId="c617947a-7477-4b60-adcf-66cafaadec49" providerId="ADAL" clId="{7C8EF2EC-A727-4522-8D13-463CE1C54E42}" dt="2026-03-05T05:24:52.527" v="3618"/>
          <ac:spMkLst>
            <pc:docMk/>
            <pc:sldMk cId="3609430611" sldId="448"/>
            <ac:spMk id="10" creationId="{0A2B4B70-974D-C85B-82B5-C856B4B1491F}"/>
          </ac:spMkLst>
        </pc:spChg>
      </pc:sldChg>
      <pc:sldChg chg="modSp new mod modNotesTx">
        <pc:chgData name="Saroj Lamichhane" userId="c617947a-7477-4b60-adcf-66cafaadec49" providerId="ADAL" clId="{7C8EF2EC-A727-4522-8D13-463CE1C54E42}" dt="2026-03-05T16:45:59.599" v="4213" actId="20577"/>
        <pc:sldMkLst>
          <pc:docMk/>
          <pc:sldMk cId="564097876" sldId="449"/>
        </pc:sldMkLst>
        <pc:spChg chg="mod">
          <ac:chgData name="Saroj Lamichhane" userId="c617947a-7477-4b60-adcf-66cafaadec49" providerId="ADAL" clId="{7C8EF2EC-A727-4522-8D13-463CE1C54E42}" dt="2026-02-26T15:43:00.811" v="1083"/>
          <ac:spMkLst>
            <pc:docMk/>
            <pc:sldMk cId="564097876" sldId="449"/>
            <ac:spMk id="2" creationId="{0E7A6266-7A26-EA87-6AD2-997CC0D2EECD}"/>
          </ac:spMkLst>
        </pc:spChg>
        <pc:spChg chg="mod">
          <ac:chgData name="Saroj Lamichhane" userId="c617947a-7477-4b60-adcf-66cafaadec49" providerId="ADAL" clId="{7C8EF2EC-A727-4522-8D13-463CE1C54E42}" dt="2026-03-05T15:49:50.627" v="3934" actId="207"/>
          <ac:spMkLst>
            <pc:docMk/>
            <pc:sldMk cId="564097876" sldId="449"/>
            <ac:spMk id="3" creationId="{69616581-D3A6-27E3-7390-4FC32C17C3FC}"/>
          </ac:spMkLst>
        </pc:spChg>
      </pc:sldChg>
      <pc:sldChg chg="modSp new mod modNotesTx">
        <pc:chgData name="Saroj Lamichhane" userId="c617947a-7477-4b60-adcf-66cafaadec49" providerId="ADAL" clId="{7C8EF2EC-A727-4522-8D13-463CE1C54E42}" dt="2026-03-05T17:02:53.234" v="4382" actId="20577"/>
        <pc:sldMkLst>
          <pc:docMk/>
          <pc:sldMk cId="1795051955" sldId="450"/>
        </pc:sldMkLst>
        <pc:spChg chg="mod">
          <ac:chgData name="Saroj Lamichhane" userId="c617947a-7477-4b60-adcf-66cafaadec49" providerId="ADAL" clId="{7C8EF2EC-A727-4522-8D13-463CE1C54E42}" dt="2026-02-27T00:02:26.517" v="2458" actId="20577"/>
          <ac:spMkLst>
            <pc:docMk/>
            <pc:sldMk cId="1795051955" sldId="450"/>
            <ac:spMk id="2" creationId="{E555F6E0-E757-D140-3AA7-21C179871547}"/>
          </ac:spMkLst>
        </pc:spChg>
        <pc:spChg chg="mod">
          <ac:chgData name="Saroj Lamichhane" userId="c617947a-7477-4b60-adcf-66cafaadec49" providerId="ADAL" clId="{7C8EF2EC-A727-4522-8D13-463CE1C54E42}" dt="2026-03-05T05:31:48.587" v="3734" actId="313"/>
          <ac:spMkLst>
            <pc:docMk/>
            <pc:sldMk cId="1795051955" sldId="450"/>
            <ac:spMk id="3" creationId="{DCA0AD5D-91AB-66AA-4C04-CD3EC3299A6E}"/>
          </ac:spMkLst>
        </pc:spChg>
      </pc:sldChg>
      <pc:sldChg chg="addSp delSp modSp new mod modNotesTx">
        <pc:chgData name="Saroj Lamichhane" userId="c617947a-7477-4b60-adcf-66cafaadec49" providerId="ADAL" clId="{7C8EF2EC-A727-4522-8D13-463CE1C54E42}" dt="2026-03-05T17:05:53.962" v="4522" actId="20577"/>
        <pc:sldMkLst>
          <pc:docMk/>
          <pc:sldMk cId="3115669296" sldId="451"/>
        </pc:sldMkLst>
        <pc:spChg chg="mod">
          <ac:chgData name="Saroj Lamichhane" userId="c617947a-7477-4b60-adcf-66cafaadec49" providerId="ADAL" clId="{7C8EF2EC-A727-4522-8D13-463CE1C54E42}" dt="2026-03-05T06:02:41.839" v="3739" actId="113"/>
          <ac:spMkLst>
            <pc:docMk/>
            <pc:sldMk cId="3115669296" sldId="451"/>
            <ac:spMk id="2" creationId="{D68E03C1-9CC2-2ABD-8D13-578114ED4F75}"/>
          </ac:spMkLst>
        </pc:spChg>
        <pc:spChg chg="add mod">
          <ac:chgData name="Saroj Lamichhane" userId="c617947a-7477-4b60-adcf-66cafaadec49" providerId="ADAL" clId="{7C8EF2EC-A727-4522-8D13-463CE1C54E42}" dt="2026-03-05T06:16:39.063" v="3932" actId="20577"/>
          <ac:spMkLst>
            <pc:docMk/>
            <pc:sldMk cId="3115669296" sldId="451"/>
            <ac:spMk id="4" creationId="{E720FD41-B336-7F23-9422-A5AF37E394F7}"/>
          </ac:spMkLst>
        </pc:spChg>
        <pc:spChg chg="add mod">
          <ac:chgData name="Saroj Lamichhane" userId="c617947a-7477-4b60-adcf-66cafaadec49" providerId="ADAL" clId="{7C8EF2EC-A727-4522-8D13-463CE1C54E42}" dt="2026-03-05T06:10:02.953" v="3849" actId="1076"/>
          <ac:spMkLst>
            <pc:docMk/>
            <pc:sldMk cId="3115669296" sldId="451"/>
            <ac:spMk id="5" creationId="{D2740836-8D71-52EA-96C7-CA36951FA0BE}"/>
          </ac:spMkLst>
        </pc:spChg>
        <pc:spChg chg="add mod">
          <ac:chgData name="Saroj Lamichhane" userId="c617947a-7477-4b60-adcf-66cafaadec49" providerId="ADAL" clId="{7C8EF2EC-A727-4522-8D13-463CE1C54E42}" dt="2026-03-05T06:14:51.128" v="3928" actId="1076"/>
          <ac:spMkLst>
            <pc:docMk/>
            <pc:sldMk cId="3115669296" sldId="451"/>
            <ac:spMk id="6" creationId="{19859867-D6C3-723F-CFD2-A9BEE07A96E0}"/>
          </ac:spMkLst>
        </pc:spChg>
        <pc:picChg chg="add del mod ord">
          <ac:chgData name="Saroj Lamichhane" userId="c617947a-7477-4b60-adcf-66cafaadec49" providerId="ADAL" clId="{7C8EF2EC-A727-4522-8D13-463CE1C54E42}" dt="2026-03-05T06:02:44.342" v="3740" actId="478"/>
          <ac:picMkLst>
            <pc:docMk/>
            <pc:sldMk cId="3115669296" sldId="451"/>
            <ac:picMk id="7" creationId="{BDEF28E4-59C8-B6CA-7398-5059C34EB619}"/>
          </ac:picMkLst>
        </pc:picChg>
        <pc:picChg chg="add del mod">
          <ac:chgData name="Saroj Lamichhane" userId="c617947a-7477-4b60-adcf-66cafaadec49" providerId="ADAL" clId="{7C8EF2EC-A727-4522-8D13-463CE1C54E42}" dt="2026-03-05T06:02:54.289" v="3742" actId="478"/>
          <ac:picMkLst>
            <pc:docMk/>
            <pc:sldMk cId="3115669296" sldId="451"/>
            <ac:picMk id="9" creationId="{A0F5A8DE-1F6F-2A45-435F-F4CED8323FCF}"/>
          </ac:picMkLst>
        </pc:picChg>
      </pc:sldChg>
      <pc:sldChg chg="addSp modSp new mod modNotesTx">
        <pc:chgData name="Saroj Lamichhane" userId="c617947a-7477-4b60-adcf-66cafaadec49" providerId="ADAL" clId="{7C8EF2EC-A727-4522-8D13-463CE1C54E42}" dt="2026-03-05T17:07:10.938" v="4542" actId="20577"/>
        <pc:sldMkLst>
          <pc:docMk/>
          <pc:sldMk cId="1458377725" sldId="453"/>
        </pc:sldMkLst>
        <pc:spChg chg="mod">
          <ac:chgData name="Saroj Lamichhane" userId="c617947a-7477-4b60-adcf-66cafaadec49" providerId="ADAL" clId="{7C8EF2EC-A727-4522-8D13-463CE1C54E42}" dt="2026-02-27T00:19:06.943" v="2605" actId="20577"/>
          <ac:spMkLst>
            <pc:docMk/>
            <pc:sldMk cId="1458377725" sldId="453"/>
            <ac:spMk id="2" creationId="{17D7CCF0-A03D-816D-7369-3EA8D4DBAB1F}"/>
          </ac:spMkLst>
        </pc:spChg>
        <pc:spChg chg="mod">
          <ac:chgData name="Saroj Lamichhane" userId="c617947a-7477-4b60-adcf-66cafaadec49" providerId="ADAL" clId="{7C8EF2EC-A727-4522-8D13-463CE1C54E42}" dt="2026-02-27T00:29:01.763" v="2622" actId="27636"/>
          <ac:spMkLst>
            <pc:docMk/>
            <pc:sldMk cId="1458377725" sldId="453"/>
            <ac:spMk id="3" creationId="{B920B422-79CC-6C68-0AFF-75302AC37400}"/>
          </ac:spMkLst>
        </pc:spChg>
        <pc:picChg chg="add mod">
          <ac:chgData name="Saroj Lamichhane" userId="c617947a-7477-4b60-adcf-66cafaadec49" providerId="ADAL" clId="{7C8EF2EC-A727-4522-8D13-463CE1C54E42}" dt="2026-02-27T15:44:56.562" v="3193" actId="962"/>
          <ac:picMkLst>
            <pc:docMk/>
            <pc:sldMk cId="1458377725" sldId="453"/>
            <ac:picMk id="4" creationId="{667FE7EF-988B-9951-62BE-315952014D77}"/>
          </ac:picMkLst>
        </pc:picChg>
      </pc:sldChg>
      <pc:sldChg chg="addSp delSp modSp add mod ord setBg modClrScheme chgLayout modNotesTx">
        <pc:chgData name="Saroj Lamichhane" userId="c617947a-7477-4b60-adcf-66cafaadec49" providerId="ADAL" clId="{7C8EF2EC-A727-4522-8D13-463CE1C54E42}" dt="2026-03-05T16:38:22.763" v="4170" actId="20577"/>
        <pc:sldMkLst>
          <pc:docMk/>
          <pc:sldMk cId="1632616742" sldId="454"/>
        </pc:sldMkLst>
        <pc:spChg chg="add mod ord">
          <ac:chgData name="Saroj Lamichhane" userId="c617947a-7477-4b60-adcf-66cafaadec49" providerId="ADAL" clId="{7C8EF2EC-A727-4522-8D13-463CE1C54E42}" dt="2026-02-27T15:47:16.005" v="3217" actId="13244"/>
          <ac:spMkLst>
            <pc:docMk/>
            <pc:sldMk cId="1632616742" sldId="454"/>
            <ac:spMk id="14" creationId="{62E25F23-DC4B-A7B9-A9F8-59265F3CC0AC}"/>
          </ac:spMkLst>
        </pc:spChg>
        <pc:picChg chg="add mod ord">
          <ac:chgData name="Saroj Lamichhane" userId="c617947a-7477-4b60-adcf-66cafaadec49" providerId="ADAL" clId="{7C8EF2EC-A727-4522-8D13-463CE1C54E42}" dt="2026-02-27T14:59:31.264" v="2879" actId="962"/>
          <ac:picMkLst>
            <pc:docMk/>
            <pc:sldMk cId="1632616742" sldId="454"/>
            <ac:picMk id="8" creationId="{9C751C92-1851-3ABC-C98D-8F76A451EDE8}"/>
          </ac:picMkLst>
        </pc:picChg>
        <pc:picChg chg="add mod">
          <ac:chgData name="Saroj Lamichhane" userId="c617947a-7477-4b60-adcf-66cafaadec49" providerId="ADAL" clId="{7C8EF2EC-A727-4522-8D13-463CE1C54E42}" dt="2026-02-27T15:00:57.608" v="2883" actId="962"/>
          <ac:picMkLst>
            <pc:docMk/>
            <pc:sldMk cId="1632616742" sldId="454"/>
            <ac:picMk id="12" creationId="{BB49A535-6C63-F742-4107-09BFB4219D5E}"/>
          </ac:picMkLst>
        </pc:picChg>
      </pc:sldChg>
      <pc:sldChg chg="addSp modSp new add del mod ord modNotesTx">
        <pc:chgData name="Saroj Lamichhane" userId="c617947a-7477-4b60-adcf-66cafaadec49" providerId="ADAL" clId="{7C8EF2EC-A727-4522-8D13-463CE1C54E42}" dt="2026-03-05T16:45:18.312" v="4209" actId="20577"/>
        <pc:sldMkLst>
          <pc:docMk/>
          <pc:sldMk cId="2646371536" sldId="455"/>
        </pc:sldMkLst>
        <pc:spChg chg="mod">
          <ac:chgData name="Saroj Lamichhane" userId="c617947a-7477-4b60-adcf-66cafaadec49" providerId="ADAL" clId="{7C8EF2EC-A727-4522-8D13-463CE1C54E42}" dt="2026-02-26T23:56:14.992" v="2433" actId="113"/>
          <ac:spMkLst>
            <pc:docMk/>
            <pc:sldMk cId="2646371536" sldId="455"/>
            <ac:spMk id="2" creationId="{DDFB0B2E-93F3-4EFE-455A-D645FDDEA471}"/>
          </ac:spMkLst>
        </pc:spChg>
        <pc:spChg chg="add mod">
          <ac:chgData name="Saroj Lamichhane" userId="c617947a-7477-4b60-adcf-66cafaadec49" providerId="ADAL" clId="{7C8EF2EC-A727-4522-8D13-463CE1C54E42}" dt="2026-03-05T15:49:20.290" v="3933" actId="207"/>
          <ac:spMkLst>
            <pc:docMk/>
            <pc:sldMk cId="2646371536" sldId="455"/>
            <ac:spMk id="5" creationId="{86DDDDF5-7F15-4B03-4542-E74F6CEE8974}"/>
          </ac:spMkLst>
        </pc:spChg>
        <pc:picChg chg="add mod">
          <ac:chgData name="Saroj Lamichhane" userId="c617947a-7477-4b60-adcf-66cafaadec49" providerId="ADAL" clId="{7C8EF2EC-A727-4522-8D13-463CE1C54E42}" dt="2026-02-27T15:02:46.739" v="2885" actId="962"/>
          <ac:picMkLst>
            <pc:docMk/>
            <pc:sldMk cId="2646371536" sldId="455"/>
            <ac:picMk id="4" creationId="{E704DE2E-02B8-35FC-77E2-26E3F5843030}"/>
          </ac:picMkLst>
        </pc:picChg>
      </pc:sldChg>
      <pc:sldChg chg="addSp delSp modSp add mod modClrScheme chgLayout modNotesTx">
        <pc:chgData name="Saroj Lamichhane" userId="c617947a-7477-4b60-adcf-66cafaadec49" providerId="ADAL" clId="{7C8EF2EC-A727-4522-8D13-463CE1C54E42}" dt="2026-03-05T16:37:11.242" v="4134" actId="20577"/>
        <pc:sldMkLst>
          <pc:docMk/>
          <pc:sldMk cId="3144212520" sldId="456"/>
        </pc:sldMkLst>
        <pc:spChg chg="mod ord">
          <ac:chgData name="Saroj Lamichhane" userId="c617947a-7477-4b60-adcf-66cafaadec49" providerId="ADAL" clId="{7C8EF2EC-A727-4522-8D13-463CE1C54E42}" dt="2026-02-26T20:52:02.468" v="1606" actId="20577"/>
          <ac:spMkLst>
            <pc:docMk/>
            <pc:sldMk cId="3144212520" sldId="456"/>
            <ac:spMk id="2" creationId="{B1DFC227-BE06-7CF7-8BEE-BB0851434508}"/>
          </ac:spMkLst>
        </pc:spChg>
        <pc:picChg chg="add mod modCrop">
          <ac:chgData name="Saroj Lamichhane" userId="c617947a-7477-4b60-adcf-66cafaadec49" providerId="ADAL" clId="{7C8EF2EC-A727-4522-8D13-463CE1C54E42}" dt="2026-02-27T14:57:21.970" v="2873" actId="962"/>
          <ac:picMkLst>
            <pc:docMk/>
            <pc:sldMk cId="3144212520" sldId="456"/>
            <ac:picMk id="10" creationId="{AAB6FA84-A610-5009-12D4-C4AB46DA1E2D}"/>
          </ac:picMkLst>
        </pc:picChg>
      </pc:sldChg>
      <pc:sldChg chg="addSp delSp modSp add mod ord modNotesTx">
        <pc:chgData name="Saroj Lamichhane" userId="c617947a-7477-4b60-adcf-66cafaadec49" providerId="ADAL" clId="{7C8EF2EC-A727-4522-8D13-463CE1C54E42}" dt="2026-03-05T16:47:42.395" v="4252" actId="20577"/>
        <pc:sldMkLst>
          <pc:docMk/>
          <pc:sldMk cId="1604903456" sldId="457"/>
        </pc:sldMkLst>
        <pc:spChg chg="mod">
          <ac:chgData name="Saroj Lamichhane" userId="c617947a-7477-4b60-adcf-66cafaadec49" providerId="ADAL" clId="{7C8EF2EC-A727-4522-8D13-463CE1C54E42}" dt="2026-02-27T00:44:46.181" v="2709" actId="6549"/>
          <ac:spMkLst>
            <pc:docMk/>
            <pc:sldMk cId="1604903456" sldId="457"/>
            <ac:spMk id="2" creationId="{29A2AB99-AF1F-2D1E-E4E7-46EEE89DA7F5}"/>
          </ac:spMkLst>
        </pc:spChg>
        <pc:picChg chg="add mod">
          <ac:chgData name="Saroj Lamichhane" userId="c617947a-7477-4b60-adcf-66cafaadec49" providerId="ADAL" clId="{7C8EF2EC-A727-4522-8D13-463CE1C54E42}" dt="2026-02-27T15:13:25.515" v="2931" actId="962"/>
          <ac:picMkLst>
            <pc:docMk/>
            <pc:sldMk cId="1604903456" sldId="457"/>
            <ac:picMk id="4098" creationId="{93D6DAFD-80CD-3422-59E3-FD6A630426E1}"/>
          </ac:picMkLst>
        </pc:picChg>
      </pc:sldChg>
      <pc:sldChg chg="addSp delSp modSp add mod modNotesTx">
        <pc:chgData name="Saroj Lamichhane" userId="c617947a-7477-4b60-adcf-66cafaadec49" providerId="ADAL" clId="{7C8EF2EC-A727-4522-8D13-463CE1C54E42}" dt="2026-03-05T16:50:13.961" v="4276" actId="20577"/>
        <pc:sldMkLst>
          <pc:docMk/>
          <pc:sldMk cId="880729937" sldId="458"/>
        </pc:sldMkLst>
        <pc:spChg chg="mod">
          <ac:chgData name="Saroj Lamichhane" userId="c617947a-7477-4b60-adcf-66cafaadec49" providerId="ADAL" clId="{7C8EF2EC-A727-4522-8D13-463CE1C54E42}" dt="2026-02-26T23:56:04.892" v="2431" actId="113"/>
          <ac:spMkLst>
            <pc:docMk/>
            <pc:sldMk cId="880729937" sldId="458"/>
            <ac:spMk id="2" creationId="{F96170A3-D150-5EB3-E187-C2ED4D1D3D5C}"/>
          </ac:spMkLst>
        </pc:spChg>
        <pc:picChg chg="add mod">
          <ac:chgData name="Saroj Lamichhane" userId="c617947a-7477-4b60-adcf-66cafaadec49" providerId="ADAL" clId="{7C8EF2EC-A727-4522-8D13-463CE1C54E42}" dt="2026-02-27T15:18:31.395" v="2937" actId="962"/>
          <ac:picMkLst>
            <pc:docMk/>
            <pc:sldMk cId="880729937" sldId="458"/>
            <ac:picMk id="7" creationId="{CE5EEE4A-B2AB-662E-85C1-0A1DFD6DEF0E}"/>
          </ac:picMkLst>
        </pc:picChg>
      </pc:sldChg>
      <pc:sldChg chg="addSp delSp modSp add mod ord setBg addAnim delAnim chgLayout modNotesTx">
        <pc:chgData name="Saroj Lamichhane" userId="c617947a-7477-4b60-adcf-66cafaadec49" providerId="ADAL" clId="{7C8EF2EC-A727-4522-8D13-463CE1C54E42}" dt="2026-03-05T16:52:25.858" v="4289" actId="20577"/>
        <pc:sldMkLst>
          <pc:docMk/>
          <pc:sldMk cId="445720853" sldId="459"/>
        </pc:sldMkLst>
        <pc:spChg chg="mod ord">
          <ac:chgData name="Saroj Lamichhane" userId="c617947a-7477-4b60-adcf-66cafaadec49" providerId="ADAL" clId="{7C8EF2EC-A727-4522-8D13-463CE1C54E42}" dt="2026-02-26T23:56:02.442" v="2430" actId="113"/>
          <ac:spMkLst>
            <pc:docMk/>
            <pc:sldMk cId="445720853" sldId="459"/>
            <ac:spMk id="2" creationId="{4E6AB0B9-3429-0C8E-05F6-8DCFC10B0844}"/>
          </ac:spMkLst>
        </pc:spChg>
        <pc:picChg chg="add del mod ord">
          <ac:chgData name="Saroj Lamichhane" userId="c617947a-7477-4b60-adcf-66cafaadec49" providerId="ADAL" clId="{7C8EF2EC-A727-4522-8D13-463CE1C54E42}" dt="2026-02-27T15:19:29.068" v="2939" actId="962"/>
          <ac:picMkLst>
            <pc:docMk/>
            <pc:sldMk cId="445720853" sldId="459"/>
            <ac:picMk id="4" creationId="{976EFB84-3650-B018-7863-758536F99E0F}"/>
          </ac:picMkLst>
        </pc:picChg>
      </pc:sldChg>
      <pc:sldChg chg="addSp delSp modSp add mod ord modNotesTx">
        <pc:chgData name="Saroj Lamichhane" userId="c617947a-7477-4b60-adcf-66cafaadec49" providerId="ADAL" clId="{7C8EF2EC-A727-4522-8D13-463CE1C54E42}" dt="2026-03-05T16:55:17.484" v="4301" actId="20577"/>
        <pc:sldMkLst>
          <pc:docMk/>
          <pc:sldMk cId="2685970071" sldId="460"/>
        </pc:sldMkLst>
        <pc:spChg chg="mod">
          <ac:chgData name="Saroj Lamichhane" userId="c617947a-7477-4b60-adcf-66cafaadec49" providerId="ADAL" clId="{7C8EF2EC-A727-4522-8D13-463CE1C54E42}" dt="2026-02-26T23:55:58.979" v="2429" actId="113"/>
          <ac:spMkLst>
            <pc:docMk/>
            <pc:sldMk cId="2685970071" sldId="460"/>
            <ac:spMk id="2" creationId="{81F0105E-63F9-FC61-B012-3AB3054439FB}"/>
          </ac:spMkLst>
        </pc:spChg>
        <pc:picChg chg="add mod">
          <ac:chgData name="Saroj Lamichhane" userId="c617947a-7477-4b60-adcf-66cafaadec49" providerId="ADAL" clId="{7C8EF2EC-A727-4522-8D13-463CE1C54E42}" dt="2026-02-27T15:28:04.441" v="3012" actId="962"/>
          <ac:picMkLst>
            <pc:docMk/>
            <pc:sldMk cId="2685970071" sldId="460"/>
            <ac:picMk id="5" creationId="{8EB5E3E5-5394-3846-1EE7-836B9DEC76AD}"/>
          </ac:picMkLst>
        </pc:picChg>
      </pc:sldChg>
      <pc:sldChg chg="addSp delSp modSp add mod modClrScheme chgLayout modNotesTx">
        <pc:chgData name="Saroj Lamichhane" userId="c617947a-7477-4b60-adcf-66cafaadec49" providerId="ADAL" clId="{7C8EF2EC-A727-4522-8D13-463CE1C54E42}" dt="2026-03-05T17:03:16.947" v="4386" actId="20577"/>
        <pc:sldMkLst>
          <pc:docMk/>
          <pc:sldMk cId="3693616166" sldId="462"/>
        </pc:sldMkLst>
        <pc:spChg chg="mod ord">
          <ac:chgData name="Saroj Lamichhane" userId="c617947a-7477-4b60-adcf-66cafaadec49" providerId="ADAL" clId="{7C8EF2EC-A727-4522-8D13-463CE1C54E42}" dt="2026-02-27T00:02:34.263" v="2467" actId="20577"/>
          <ac:spMkLst>
            <pc:docMk/>
            <pc:sldMk cId="3693616166" sldId="462"/>
            <ac:spMk id="2" creationId="{A964778F-6CEF-4017-924F-D491CD36CD46}"/>
          </ac:spMkLst>
        </pc:spChg>
        <pc:picChg chg="add mod">
          <ac:chgData name="Saroj Lamichhane" userId="c617947a-7477-4b60-adcf-66cafaadec49" providerId="ADAL" clId="{7C8EF2EC-A727-4522-8D13-463CE1C54E42}" dt="2026-02-27T15:38:15.146" v="3139" actId="962"/>
          <ac:picMkLst>
            <pc:docMk/>
            <pc:sldMk cId="3693616166" sldId="462"/>
            <ac:picMk id="7" creationId="{364DBD4E-5A4D-E984-0EB0-A6438B7BF0BD}"/>
          </ac:picMkLst>
        </pc:picChg>
      </pc:sldChg>
      <pc:sldChg chg="modSp add mod ord modNotesTx">
        <pc:chgData name="Saroj Lamichhane" userId="c617947a-7477-4b60-adcf-66cafaadec49" providerId="ADAL" clId="{7C8EF2EC-A727-4522-8D13-463CE1C54E42}" dt="2026-03-05T16:48:52.643" v="4263" actId="20577"/>
        <pc:sldMkLst>
          <pc:docMk/>
          <pc:sldMk cId="1668165720" sldId="465"/>
        </pc:sldMkLst>
        <pc:spChg chg="mod">
          <ac:chgData name="Saroj Lamichhane" userId="c617947a-7477-4b60-adcf-66cafaadec49" providerId="ADAL" clId="{7C8EF2EC-A727-4522-8D13-463CE1C54E42}" dt="2026-02-27T00:57:17.751" v="2821" actId="13926"/>
          <ac:spMkLst>
            <pc:docMk/>
            <pc:sldMk cId="1668165720" sldId="465"/>
            <ac:spMk id="5" creationId="{9F9582EC-24C2-62AB-8AF3-62FE84438FD4}"/>
          </ac:spMkLst>
        </pc:spChg>
        <pc:picChg chg="mod">
          <ac:chgData name="Saroj Lamichhane" userId="c617947a-7477-4b60-adcf-66cafaadec49" providerId="ADAL" clId="{7C8EF2EC-A727-4522-8D13-463CE1C54E42}" dt="2026-02-27T15:15:07.250" v="2935" actId="962"/>
          <ac:picMkLst>
            <pc:docMk/>
            <pc:sldMk cId="1668165720" sldId="465"/>
            <ac:picMk id="4" creationId="{2C63A3F2-D30A-A6E2-8117-E76E9D192661}"/>
          </ac:picMkLst>
        </pc:picChg>
      </pc:sldChg>
      <pc:sldChg chg="addSp delSp modSp add mod modNotesTx">
        <pc:chgData name="Saroj Lamichhane" userId="c617947a-7477-4b60-adcf-66cafaadec49" providerId="ADAL" clId="{7C8EF2EC-A727-4522-8D13-463CE1C54E42}" dt="2026-03-05T16:57:05.187" v="4316" actId="20577"/>
        <pc:sldMkLst>
          <pc:docMk/>
          <pc:sldMk cId="2067569321" sldId="467"/>
        </pc:sldMkLst>
        <pc:spChg chg="mod">
          <ac:chgData name="Saroj Lamichhane" userId="c617947a-7477-4b60-adcf-66cafaadec49" providerId="ADAL" clId="{7C8EF2EC-A727-4522-8D13-463CE1C54E42}" dt="2026-02-27T15:35:31.497" v="3137" actId="20577"/>
          <ac:spMkLst>
            <pc:docMk/>
            <pc:sldMk cId="2067569321" sldId="467"/>
            <ac:spMk id="2" creationId="{DFB81450-A93F-95FC-BAAE-B02F1E1D8519}"/>
          </ac:spMkLst>
        </pc:spChg>
        <pc:spChg chg="mod ord topLvl">
          <ac:chgData name="Saroj Lamichhane" userId="c617947a-7477-4b60-adcf-66cafaadec49" providerId="ADAL" clId="{7C8EF2EC-A727-4522-8D13-463CE1C54E42}" dt="2026-02-27T15:47:27.670" v="3218" actId="13244"/>
          <ac:spMkLst>
            <pc:docMk/>
            <pc:sldMk cId="2067569321" sldId="467"/>
            <ac:spMk id="5" creationId="{70861C38-4D42-8169-1303-59DE302580E0}"/>
          </ac:spMkLst>
        </pc:spChg>
        <pc:picChg chg="add mod ord">
          <ac:chgData name="Saroj Lamichhane" userId="c617947a-7477-4b60-adcf-66cafaadec49" providerId="ADAL" clId="{7C8EF2EC-A727-4522-8D13-463CE1C54E42}" dt="2026-02-27T15:52:38.845" v="3333" actId="13244"/>
          <ac:picMkLst>
            <pc:docMk/>
            <pc:sldMk cId="2067569321" sldId="467"/>
            <ac:picMk id="7" creationId="{17E3FF97-6199-D6E4-8FE8-0BF1C4825AA0}"/>
          </ac:picMkLst>
        </pc:picChg>
        <pc:picChg chg="add mod">
          <ac:chgData name="Saroj Lamichhane" userId="c617947a-7477-4b60-adcf-66cafaadec49" providerId="ADAL" clId="{7C8EF2EC-A727-4522-8D13-463CE1C54E42}" dt="2026-02-27T15:52:28.065" v="3332" actId="962"/>
          <ac:picMkLst>
            <pc:docMk/>
            <pc:sldMk cId="2067569321" sldId="467"/>
            <ac:picMk id="9" creationId="{57F61740-65A1-5579-3DC9-DB212E02A0B8}"/>
          </ac:picMkLst>
        </pc:picChg>
      </pc:sldChg>
      <pc:sldChg chg="addSp delSp modSp new mod setBg modClrScheme setClrOvrMap chgLayout">
        <pc:chgData name="Saroj Lamichhane" userId="c617947a-7477-4b60-adcf-66cafaadec49" providerId="ADAL" clId="{7C8EF2EC-A727-4522-8D13-463CE1C54E42}" dt="2026-03-05T15:51:56.849" v="3967" actId="26606"/>
        <pc:sldMkLst>
          <pc:docMk/>
          <pc:sldMk cId="3298255199" sldId="468"/>
        </pc:sldMkLst>
        <pc:spChg chg="del mod ord">
          <ac:chgData name="Saroj Lamichhane" userId="c617947a-7477-4b60-adcf-66cafaadec49" providerId="ADAL" clId="{7C8EF2EC-A727-4522-8D13-463CE1C54E42}" dt="2026-03-05T15:50:28.217" v="3937" actId="700"/>
          <ac:spMkLst>
            <pc:docMk/>
            <pc:sldMk cId="3298255199" sldId="468"/>
            <ac:spMk id="2" creationId="{E5FA5CC6-55DA-64AC-AF72-8CDF2C703D13}"/>
          </ac:spMkLst>
        </pc:spChg>
        <pc:spChg chg="del">
          <ac:chgData name="Saroj Lamichhane" userId="c617947a-7477-4b60-adcf-66cafaadec49" providerId="ADAL" clId="{7C8EF2EC-A727-4522-8D13-463CE1C54E42}" dt="2026-03-05T15:50:28.217" v="3937" actId="700"/>
          <ac:spMkLst>
            <pc:docMk/>
            <pc:sldMk cId="3298255199" sldId="468"/>
            <ac:spMk id="3" creationId="{DEFDBD5D-313F-4D37-9FB2-86A7D775E7F8}"/>
          </ac:spMkLst>
        </pc:spChg>
        <pc:spChg chg="add mod ord">
          <ac:chgData name="Saroj Lamichhane" userId="c617947a-7477-4b60-adcf-66cafaadec49" providerId="ADAL" clId="{7C8EF2EC-A727-4522-8D13-463CE1C54E42}" dt="2026-03-05T15:51:56.841" v="3966" actId="26606"/>
          <ac:spMkLst>
            <pc:docMk/>
            <pc:sldMk cId="3298255199" sldId="468"/>
            <ac:spMk id="4" creationId="{EE1CD2AE-CEE8-11CF-AFAE-570BD73CAD2E}"/>
          </ac:spMkLst>
        </pc:spChg>
        <pc:spChg chg="add del">
          <ac:chgData name="Saroj Lamichhane" userId="c617947a-7477-4b60-adcf-66cafaadec49" providerId="ADAL" clId="{7C8EF2EC-A727-4522-8D13-463CE1C54E42}" dt="2026-03-05T15:51:20.355" v="3951" actId="26606"/>
          <ac:spMkLst>
            <pc:docMk/>
            <pc:sldMk cId="3298255199" sldId="468"/>
            <ac:spMk id="9" creationId="{6F5A5072-7B47-4D32-B52A-4EBBF590B8A5}"/>
          </ac:spMkLst>
        </pc:spChg>
        <pc:spChg chg="add del">
          <ac:chgData name="Saroj Lamichhane" userId="c617947a-7477-4b60-adcf-66cafaadec49" providerId="ADAL" clId="{7C8EF2EC-A727-4522-8D13-463CE1C54E42}" dt="2026-03-05T15:51:20.355" v="3951" actId="26606"/>
          <ac:spMkLst>
            <pc:docMk/>
            <pc:sldMk cId="3298255199" sldId="468"/>
            <ac:spMk id="11" creationId="{9715DAF0-AE1B-46C9-8A6B-DB2AA05AB91D}"/>
          </ac:spMkLst>
        </pc:spChg>
        <pc:spChg chg="add del">
          <ac:chgData name="Saroj Lamichhane" userId="c617947a-7477-4b60-adcf-66cafaadec49" providerId="ADAL" clId="{7C8EF2EC-A727-4522-8D13-463CE1C54E42}" dt="2026-03-05T15:51:20.355" v="3951" actId="26606"/>
          <ac:spMkLst>
            <pc:docMk/>
            <pc:sldMk cId="3298255199" sldId="468"/>
            <ac:spMk id="13" creationId="{6016219D-510E-4184-9090-6D5578A87BD1}"/>
          </ac:spMkLst>
        </pc:spChg>
        <pc:spChg chg="add del">
          <ac:chgData name="Saroj Lamichhane" userId="c617947a-7477-4b60-adcf-66cafaadec49" providerId="ADAL" clId="{7C8EF2EC-A727-4522-8D13-463CE1C54E42}" dt="2026-03-05T15:51:20.355" v="3951" actId="26606"/>
          <ac:spMkLst>
            <pc:docMk/>
            <pc:sldMk cId="3298255199" sldId="468"/>
            <ac:spMk id="15" creationId="{AFF4A713-7B75-4B21-90D7-5AB19547C728}"/>
          </ac:spMkLst>
        </pc:spChg>
        <pc:spChg chg="add del">
          <ac:chgData name="Saroj Lamichhane" userId="c617947a-7477-4b60-adcf-66cafaadec49" providerId="ADAL" clId="{7C8EF2EC-A727-4522-8D13-463CE1C54E42}" dt="2026-03-05T15:51:20.355" v="3951" actId="26606"/>
          <ac:spMkLst>
            <pc:docMk/>
            <pc:sldMk cId="3298255199" sldId="468"/>
            <ac:spMk id="17" creationId="{DC631C0B-6DA6-4E57-8231-CE32B3434A7E}"/>
          </ac:spMkLst>
        </pc:spChg>
        <pc:spChg chg="add del">
          <ac:chgData name="Saroj Lamichhane" userId="c617947a-7477-4b60-adcf-66cafaadec49" providerId="ADAL" clId="{7C8EF2EC-A727-4522-8D13-463CE1C54E42}" dt="2026-03-05T15:51:20.355" v="3951" actId="26606"/>
          <ac:spMkLst>
            <pc:docMk/>
            <pc:sldMk cId="3298255199" sldId="468"/>
            <ac:spMk id="19" creationId="{C29501E6-A978-4A61-9689-9085AF97A53A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3" creationId="{8C516CC8-80AC-446C-A56E-9F54B7210402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24" creationId="{3677BAFB-3BD3-41BB-9107-FAE224AE21C4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25" creationId="{C10FB9CA-E7FA-462C-B537-F1224ED1ACF4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26" creationId="{E6823A9B-C188-42D4-847C-3AD928DB145C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27" creationId="{D8469AE7-A75B-4F37-850B-EF5974ABED2C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28" creationId="{34B557F3-1A0C-4749-A6DB-EAC082DF390B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199" creationId="{55D55AA6-3751-494F-868A-DCEDC5CE82BF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200" creationId="{4D4C00DC-4DC6-4CD2-9E31-F17E6CEBC5A6}"/>
          </ac:spMkLst>
        </pc:spChg>
        <pc:spChg chg="add del">
          <ac:chgData name="Saroj Lamichhane" userId="c617947a-7477-4b60-adcf-66cafaadec49" providerId="ADAL" clId="{7C8EF2EC-A727-4522-8D13-463CE1C54E42}" dt="2026-03-05T15:51:21.176" v="3953" actId="26606"/>
          <ac:spMkLst>
            <pc:docMk/>
            <pc:sldMk cId="3298255199" sldId="468"/>
            <ac:spMk id="201" creationId="{D82AB1B2-7970-42CF-8BF5-567C69E9FFFB}"/>
          </ac:spMkLst>
        </pc:spChg>
        <pc:spChg chg="add del">
          <ac:chgData name="Saroj Lamichhane" userId="c617947a-7477-4b60-adcf-66cafaadec49" providerId="ADAL" clId="{7C8EF2EC-A727-4522-8D13-463CE1C54E42}" dt="2026-03-05T15:51:22.195" v="3955" actId="26606"/>
          <ac:spMkLst>
            <pc:docMk/>
            <pc:sldMk cId="3298255199" sldId="468"/>
            <ac:spMk id="203" creationId="{1A3C89F8-0D2F-47FF-B903-151248265F47}"/>
          </ac:spMkLst>
        </pc:spChg>
        <pc:spChg chg="add del">
          <ac:chgData name="Saroj Lamichhane" userId="c617947a-7477-4b60-adcf-66cafaadec49" providerId="ADAL" clId="{7C8EF2EC-A727-4522-8D13-463CE1C54E42}" dt="2026-03-05T15:51:22.195" v="3955" actId="26606"/>
          <ac:spMkLst>
            <pc:docMk/>
            <pc:sldMk cId="3298255199" sldId="468"/>
            <ac:spMk id="204" creationId="{C5CB530E-515E-412C-9DF1-5F8FFBD6F383}"/>
          </ac:spMkLst>
        </pc:spChg>
        <pc:spChg chg="add del">
          <ac:chgData name="Saroj Lamichhane" userId="c617947a-7477-4b60-adcf-66cafaadec49" providerId="ADAL" clId="{7C8EF2EC-A727-4522-8D13-463CE1C54E42}" dt="2026-03-05T15:51:22.195" v="3955" actId="26606"/>
          <ac:spMkLst>
            <pc:docMk/>
            <pc:sldMk cId="3298255199" sldId="468"/>
            <ac:spMk id="205" creationId="{712D4376-A578-4FF1-94FC-245E7A6A489F}"/>
          </ac:spMkLst>
        </pc:spChg>
        <pc:spChg chg="add del">
          <ac:chgData name="Saroj Lamichhane" userId="c617947a-7477-4b60-adcf-66cafaadec49" providerId="ADAL" clId="{7C8EF2EC-A727-4522-8D13-463CE1C54E42}" dt="2026-03-05T15:51:22.195" v="3955" actId="26606"/>
          <ac:spMkLst>
            <pc:docMk/>
            <pc:sldMk cId="3298255199" sldId="468"/>
            <ac:spMk id="206" creationId="{AEA7509D-F04F-40CB-A0B3-EEF16499CC9F}"/>
          </ac:spMkLst>
        </pc:spChg>
        <pc:spChg chg="add del">
          <ac:chgData name="Saroj Lamichhane" userId="c617947a-7477-4b60-adcf-66cafaadec49" providerId="ADAL" clId="{7C8EF2EC-A727-4522-8D13-463CE1C54E42}" dt="2026-03-05T15:51:22.195" v="3955" actId="26606"/>
          <ac:spMkLst>
            <pc:docMk/>
            <pc:sldMk cId="3298255199" sldId="468"/>
            <ac:spMk id="208" creationId="{508BEF50-7B1E-49A4-BC19-5F4F1D755E64}"/>
          </ac:spMkLst>
        </pc:spChg>
        <pc:spChg chg="add del">
          <ac:chgData name="Saroj Lamichhane" userId="c617947a-7477-4b60-adcf-66cafaadec49" providerId="ADAL" clId="{7C8EF2EC-A727-4522-8D13-463CE1C54E42}" dt="2026-03-05T15:51:22.195" v="3955" actId="26606"/>
          <ac:spMkLst>
            <pc:docMk/>
            <pc:sldMk cId="3298255199" sldId="468"/>
            <ac:spMk id="209" creationId="{3FBAD350-5664-4811-A208-657FB882D350}"/>
          </ac:spMkLst>
        </pc:spChg>
        <pc:spChg chg="add del">
          <ac:chgData name="Saroj Lamichhane" userId="c617947a-7477-4b60-adcf-66cafaadec49" providerId="ADAL" clId="{7C8EF2EC-A727-4522-8D13-463CE1C54E42}" dt="2026-03-05T15:51:22.195" v="3955" actId="26606"/>
          <ac:spMkLst>
            <pc:docMk/>
            <pc:sldMk cId="3298255199" sldId="468"/>
            <ac:spMk id="210" creationId="{C39ADB8F-D187-49D7-BDCF-C1B6DC727068}"/>
          </ac:spMkLst>
        </pc:spChg>
        <pc:spChg chg="add del">
          <ac:chgData name="Saroj Lamichhane" userId="c617947a-7477-4b60-adcf-66cafaadec49" providerId="ADAL" clId="{7C8EF2EC-A727-4522-8D13-463CE1C54E42}" dt="2026-03-05T15:51:23.742" v="3957" actId="26606"/>
          <ac:spMkLst>
            <pc:docMk/>
            <pc:sldMk cId="3298255199" sldId="468"/>
            <ac:spMk id="212" creationId="{66B332A4-D438-4773-A77F-5ED49A448D9D}"/>
          </ac:spMkLst>
        </pc:spChg>
        <pc:spChg chg="add del">
          <ac:chgData name="Saroj Lamichhane" userId="c617947a-7477-4b60-adcf-66cafaadec49" providerId="ADAL" clId="{7C8EF2EC-A727-4522-8D13-463CE1C54E42}" dt="2026-03-05T15:51:23.742" v="3957" actId="26606"/>
          <ac:spMkLst>
            <pc:docMk/>
            <pc:sldMk cId="3298255199" sldId="468"/>
            <ac:spMk id="213" creationId="{DF9AD32D-FF05-44F4-BD4D-9CEE89B71EB9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15" creationId="{577D6B2E-37A3-429E-A37C-F30ED6487282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16" creationId="{5CEAD642-85CF-4750-8432-7C80C901F001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17" creationId="{FA33EEAE-15D5-4119-8C1E-89D943F911EF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18" creationId="{730D8B3B-9B80-4025-B934-26DC7D7CD231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19" creationId="{1064D5D5-227B-4F66-9AEA-46F570E793BD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20" creationId="{646B67A4-D328-4747-A82B-65E84FA46368}"/>
          </ac:spMkLst>
        </pc:spChg>
        <pc:spChg chg="add del">
          <ac:chgData name="Saroj Lamichhane" userId="c617947a-7477-4b60-adcf-66cafaadec49" providerId="ADAL" clId="{7C8EF2EC-A727-4522-8D13-463CE1C54E42}" dt="2026-03-05T15:51:30.380" v="3959" actId="26606"/>
          <ac:spMkLst>
            <pc:docMk/>
            <pc:sldMk cId="3298255199" sldId="468"/>
            <ac:spMk id="221" creationId="{B5A1B09C-1565-46F8-B70F-621C5EB48A09}"/>
          </ac:spMkLst>
        </pc:spChg>
        <pc:spChg chg="add del">
          <ac:chgData name="Saroj Lamichhane" userId="c617947a-7477-4b60-adcf-66cafaadec49" providerId="ADAL" clId="{7C8EF2EC-A727-4522-8D13-463CE1C54E42}" dt="2026-03-05T15:51:34.936" v="3961" actId="26606"/>
          <ac:spMkLst>
            <pc:docMk/>
            <pc:sldMk cId="3298255199" sldId="468"/>
            <ac:spMk id="223" creationId="{A3363022-C969-41E9-8EB2-E4C94908C1FA}"/>
          </ac:spMkLst>
        </pc:spChg>
        <pc:spChg chg="add del">
          <ac:chgData name="Saroj Lamichhane" userId="c617947a-7477-4b60-adcf-66cafaadec49" providerId="ADAL" clId="{7C8EF2EC-A727-4522-8D13-463CE1C54E42}" dt="2026-03-05T15:51:34.936" v="3961" actId="26606"/>
          <ac:spMkLst>
            <pc:docMk/>
            <pc:sldMk cId="3298255199" sldId="468"/>
            <ac:spMk id="224" creationId="{8D1AD6B3-BE88-4CEB-BA17-790657CC4729}"/>
          </ac:spMkLst>
        </pc:spChg>
        <pc:spChg chg="add del">
          <ac:chgData name="Saroj Lamichhane" userId="c617947a-7477-4b60-adcf-66cafaadec49" providerId="ADAL" clId="{7C8EF2EC-A727-4522-8D13-463CE1C54E42}" dt="2026-03-05T15:51:56.849" v="3967" actId="26606"/>
          <ac:spMkLst>
            <pc:docMk/>
            <pc:sldMk cId="3298255199" sldId="468"/>
            <ac:spMk id="228" creationId="{A3363022-C969-41E9-8EB2-E4C94908C1FA}"/>
          </ac:spMkLst>
        </pc:spChg>
        <pc:spChg chg="add del">
          <ac:chgData name="Saroj Lamichhane" userId="c617947a-7477-4b60-adcf-66cafaadec49" providerId="ADAL" clId="{7C8EF2EC-A727-4522-8D13-463CE1C54E42}" dt="2026-03-05T15:51:56.849" v="3967" actId="26606"/>
          <ac:spMkLst>
            <pc:docMk/>
            <pc:sldMk cId="3298255199" sldId="468"/>
            <ac:spMk id="229" creationId="{8D1AD6B3-BE88-4CEB-BA17-790657CC4729}"/>
          </ac:spMkLst>
        </pc:spChg>
        <pc:spChg chg="add del">
          <ac:chgData name="Saroj Lamichhane" userId="c617947a-7477-4b60-adcf-66cafaadec49" providerId="ADAL" clId="{7C8EF2EC-A727-4522-8D13-463CE1C54E42}" dt="2026-03-05T15:51:56.148" v="3964" actId="26606"/>
          <ac:spMkLst>
            <pc:docMk/>
            <pc:sldMk cId="3298255199" sldId="468"/>
            <ac:spMk id="239" creationId="{9B37791B-B040-4694-BFDC-8DD132D86E8E}"/>
          </ac:spMkLst>
        </pc:spChg>
        <pc:spChg chg="add del">
          <ac:chgData name="Saroj Lamichhane" userId="c617947a-7477-4b60-adcf-66cafaadec49" providerId="ADAL" clId="{7C8EF2EC-A727-4522-8D13-463CE1C54E42}" dt="2026-03-05T15:51:56.841" v="3966" actId="26606"/>
          <ac:spMkLst>
            <pc:docMk/>
            <pc:sldMk cId="3298255199" sldId="468"/>
            <ac:spMk id="243" creationId="{63DAB858-5A0C-4AFF-AAC6-705EDF8DB733}"/>
          </ac:spMkLst>
        </pc:spChg>
        <pc:spChg chg="add del">
          <ac:chgData name="Saroj Lamichhane" userId="c617947a-7477-4b60-adcf-66cafaadec49" providerId="ADAL" clId="{7C8EF2EC-A727-4522-8D13-463CE1C54E42}" dt="2026-03-05T15:51:56.841" v="3966" actId="26606"/>
          <ac:spMkLst>
            <pc:docMk/>
            <pc:sldMk cId="3298255199" sldId="468"/>
            <ac:spMk id="249" creationId="{F12E7CC5-C78B-4EBD-9565-3FA00FAA6CF2}"/>
          </ac:spMkLst>
        </pc:spChg>
        <pc:spChg chg="add del">
          <ac:chgData name="Saroj Lamichhane" userId="c617947a-7477-4b60-adcf-66cafaadec49" providerId="ADAL" clId="{7C8EF2EC-A727-4522-8D13-463CE1C54E42}" dt="2026-03-05T15:51:56.841" v="3966" actId="26606"/>
          <ac:spMkLst>
            <pc:docMk/>
            <pc:sldMk cId="3298255199" sldId="468"/>
            <ac:spMk id="250" creationId="{3A4529A5-F675-429F-8044-01372BB13422}"/>
          </ac:spMkLst>
        </pc:spChg>
        <pc:spChg chg="add">
          <ac:chgData name="Saroj Lamichhane" userId="c617947a-7477-4b60-adcf-66cafaadec49" providerId="ADAL" clId="{7C8EF2EC-A727-4522-8D13-463CE1C54E42}" dt="2026-03-05T15:51:56.849" v="3967" actId="26606"/>
          <ac:spMkLst>
            <pc:docMk/>
            <pc:sldMk cId="3298255199" sldId="468"/>
            <ac:spMk id="252" creationId="{A3363022-C969-41E9-8EB2-E4C94908C1FA}"/>
          </ac:spMkLst>
        </pc:spChg>
        <pc:spChg chg="add">
          <ac:chgData name="Saroj Lamichhane" userId="c617947a-7477-4b60-adcf-66cafaadec49" providerId="ADAL" clId="{7C8EF2EC-A727-4522-8D13-463CE1C54E42}" dt="2026-03-05T15:51:56.849" v="3967" actId="26606"/>
          <ac:spMkLst>
            <pc:docMk/>
            <pc:sldMk cId="3298255199" sldId="468"/>
            <ac:spMk id="253" creationId="{8D1AD6B3-BE88-4CEB-BA17-790657CC4729}"/>
          </ac:spMkLst>
        </pc:spChg>
        <pc:grpChg chg="add del">
          <ac:chgData name="Saroj Lamichhane" userId="c617947a-7477-4b60-adcf-66cafaadec49" providerId="ADAL" clId="{7C8EF2EC-A727-4522-8D13-463CE1C54E42}" dt="2026-03-05T15:51:21.176" v="3953" actId="26606"/>
          <ac:grpSpMkLst>
            <pc:docMk/>
            <pc:sldMk cId="3298255199" sldId="468"/>
            <ac:grpSpMk id="29" creationId="{63301095-70B2-49AA-8DA9-A35629AD621C}"/>
          </ac:grpSpMkLst>
        </pc:grpChg>
        <pc:grpChg chg="add del">
          <ac:chgData name="Saroj Lamichhane" userId="c617947a-7477-4b60-adcf-66cafaadec49" providerId="ADAL" clId="{7C8EF2EC-A727-4522-8D13-463CE1C54E42}" dt="2026-03-05T15:51:34.936" v="3961" actId="26606"/>
          <ac:grpSpMkLst>
            <pc:docMk/>
            <pc:sldMk cId="3298255199" sldId="468"/>
            <ac:grpSpMk id="225" creationId="{89D1390B-7E13-4B4F-9CB2-391063412E54}"/>
          </ac:grpSpMkLst>
        </pc:grpChg>
        <pc:grpChg chg="add del">
          <ac:chgData name="Saroj Lamichhane" userId="c617947a-7477-4b60-adcf-66cafaadec49" providerId="ADAL" clId="{7C8EF2EC-A727-4522-8D13-463CE1C54E42}" dt="2026-03-05T15:51:56.849" v="3967" actId="26606"/>
          <ac:grpSpMkLst>
            <pc:docMk/>
            <pc:sldMk cId="3298255199" sldId="468"/>
            <ac:grpSpMk id="231" creationId="{89D1390B-7E13-4B4F-9CB2-391063412E54}"/>
          </ac:grpSpMkLst>
        </pc:grpChg>
        <pc:grpChg chg="add del">
          <ac:chgData name="Saroj Lamichhane" userId="c617947a-7477-4b60-adcf-66cafaadec49" providerId="ADAL" clId="{7C8EF2EC-A727-4522-8D13-463CE1C54E42}" dt="2026-03-05T15:51:56.148" v="3964" actId="26606"/>
          <ac:grpSpMkLst>
            <pc:docMk/>
            <pc:sldMk cId="3298255199" sldId="468"/>
            <ac:grpSpMk id="241" creationId="{4B2AE301-8298-47C2-81FA-781BA50D9933}"/>
          </ac:grpSpMkLst>
        </pc:grpChg>
        <pc:grpChg chg="add">
          <ac:chgData name="Saroj Lamichhane" userId="c617947a-7477-4b60-adcf-66cafaadec49" providerId="ADAL" clId="{7C8EF2EC-A727-4522-8D13-463CE1C54E42}" dt="2026-03-05T15:51:56.849" v="3967" actId="26606"/>
          <ac:grpSpMkLst>
            <pc:docMk/>
            <pc:sldMk cId="3298255199" sldId="468"/>
            <ac:grpSpMk id="254" creationId="{89D1390B-7E13-4B4F-9CB2-391063412E54}"/>
          </ac:grpSpMkLst>
        </pc:grpChg>
        <pc:picChg chg="add del">
          <ac:chgData name="Saroj Lamichhane" userId="c617947a-7477-4b60-adcf-66cafaadec49" providerId="ADAL" clId="{7C8EF2EC-A727-4522-8D13-463CE1C54E42}" dt="2026-03-05T15:51:34.936" v="3961" actId="26606"/>
          <ac:picMkLst>
            <pc:docMk/>
            <pc:sldMk cId="3298255199" sldId="468"/>
            <ac:picMk id="8" creationId="{E502C6C9-2235-3CF0-98AF-9FE3F7A230C4}"/>
          </ac:picMkLst>
        </pc:picChg>
        <pc:picChg chg="add mod">
          <ac:chgData name="Saroj Lamichhane" userId="c617947a-7477-4b60-adcf-66cafaadec49" providerId="ADAL" clId="{7C8EF2EC-A727-4522-8D13-463CE1C54E42}" dt="2026-03-05T15:51:56.841" v="3966" actId="26606"/>
          <ac:picMkLst>
            <pc:docMk/>
            <pc:sldMk cId="3298255199" sldId="468"/>
            <ac:picMk id="230" creationId="{340F5AD5-45A7-28A2-6F7B-881632B25F3E}"/>
          </ac:picMkLst>
        </pc:picChg>
        <pc:cxnChg chg="add del">
          <ac:chgData name="Saroj Lamichhane" userId="c617947a-7477-4b60-adcf-66cafaadec49" providerId="ADAL" clId="{7C8EF2EC-A727-4522-8D13-463CE1C54E42}" dt="2026-03-05T15:51:22.195" v="3955" actId="26606"/>
          <ac:cxnSpMkLst>
            <pc:docMk/>
            <pc:sldMk cId="3298255199" sldId="468"/>
            <ac:cxnSpMk id="207" creationId="{56020367-4FD5-4596-8E10-C5F095CD8DBF}"/>
          </ac:cxnSpMkLst>
        </pc:cxnChg>
      </pc:sldChg>
      <pc:sldMasterChg chg="modSldLayout">
        <pc:chgData name="Saroj Lamichhane" userId="c617947a-7477-4b60-adcf-66cafaadec49" providerId="ADAL" clId="{7C8EF2EC-A727-4522-8D13-463CE1C54E42}" dt="2026-02-25T20:47:11.885" v="268" actId="255"/>
        <pc:sldMasterMkLst>
          <pc:docMk/>
          <pc:sldMasterMk cId="308065144" sldId="2147483648"/>
        </pc:sldMasterMkLst>
        <pc:sldLayoutChg chg="modSp">
          <pc:chgData name="Saroj Lamichhane" userId="c617947a-7477-4b60-adcf-66cafaadec49" providerId="ADAL" clId="{7C8EF2EC-A727-4522-8D13-463CE1C54E42}" dt="2026-02-25T20:47:11.885" v="268" actId="255"/>
          <pc:sldLayoutMkLst>
            <pc:docMk/>
            <pc:sldMasterMk cId="308065144" sldId="2147483648"/>
            <pc:sldLayoutMk cId="892481660" sldId="2147483649"/>
          </pc:sldLayoutMkLst>
          <pc:spChg chg="mod">
            <ac:chgData name="Saroj Lamichhane" userId="c617947a-7477-4b60-adcf-66cafaadec49" providerId="ADAL" clId="{7C8EF2EC-A727-4522-8D13-463CE1C54E42}" dt="2026-02-25T20:47:11.885" v="268" actId="255"/>
            <ac:spMkLst>
              <pc:docMk/>
              <pc:sldMasterMk cId="308065144" sldId="2147483648"/>
              <pc:sldLayoutMk cId="892481660" sldId="2147483649"/>
              <ac:spMk id="8" creationId="{C238DE50-1D0E-4975-F893-C2B5401A957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3:44.706" v="3" actId="2711"/>
          <pc:sldLayoutMkLst>
            <pc:docMk/>
            <pc:sldMasterMk cId="308065144" sldId="2147483648"/>
            <pc:sldLayoutMk cId="175261198" sldId="2147483651"/>
          </pc:sldLayoutMkLst>
          <pc:spChg chg="mod">
            <ac:chgData name="Saroj Lamichhane" userId="c617947a-7477-4b60-adcf-66cafaadec49" providerId="ADAL" clId="{7C8EF2EC-A727-4522-8D13-463CE1C54E42}" dt="2026-02-25T17:23:37.602" v="1" actId="2711"/>
            <ac:spMkLst>
              <pc:docMk/>
              <pc:sldMasterMk cId="308065144" sldId="2147483648"/>
              <pc:sldLayoutMk cId="175261198" sldId="2147483651"/>
              <ac:spMk id="2" creationId="{B06BB19E-0D85-055F-1715-93DD2157BDEB}"/>
            </ac:spMkLst>
          </pc:spChg>
          <pc:spChg chg="mod">
            <ac:chgData name="Saroj Lamichhane" userId="c617947a-7477-4b60-adcf-66cafaadec49" providerId="ADAL" clId="{7C8EF2EC-A727-4522-8D13-463CE1C54E42}" dt="2026-02-25T17:23:44.706" v="3" actId="2711"/>
            <ac:spMkLst>
              <pc:docMk/>
              <pc:sldMasterMk cId="308065144" sldId="2147483648"/>
              <pc:sldLayoutMk cId="175261198" sldId="2147483651"/>
              <ac:spMk id="3" creationId="{F18F0545-F0F2-7134-0842-3ED46BB6AA44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4:11.399" v="4" actId="2711"/>
          <pc:sldLayoutMkLst>
            <pc:docMk/>
            <pc:sldMasterMk cId="308065144" sldId="2147483648"/>
            <pc:sldLayoutMk cId="1473948723" sldId="2147483659"/>
          </pc:sldLayoutMkLst>
          <pc:spChg chg="mod">
            <ac:chgData name="Saroj Lamichhane" userId="c617947a-7477-4b60-adcf-66cafaadec49" providerId="ADAL" clId="{7C8EF2EC-A727-4522-8D13-463CE1C54E42}" dt="2026-02-25T17:24:11.399" v="4" actId="2711"/>
            <ac:spMkLst>
              <pc:docMk/>
              <pc:sldMasterMk cId="308065144" sldId="2147483648"/>
              <pc:sldLayoutMk cId="1473948723" sldId="2147483659"/>
              <ac:spMk id="8" creationId="{C238DE50-1D0E-4975-F893-C2B5401A957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5:57.088" v="15" actId="2711"/>
          <pc:sldLayoutMkLst>
            <pc:docMk/>
            <pc:sldMasterMk cId="308065144" sldId="2147483648"/>
            <pc:sldLayoutMk cId="1711814020" sldId="2147483661"/>
          </pc:sldLayoutMkLst>
          <pc:spChg chg="mod">
            <ac:chgData name="Saroj Lamichhane" userId="c617947a-7477-4b60-adcf-66cafaadec49" providerId="ADAL" clId="{7C8EF2EC-A727-4522-8D13-463CE1C54E42}" dt="2026-02-25T17:25:57.088" v="15" actId="2711"/>
            <ac:spMkLst>
              <pc:docMk/>
              <pc:sldMasterMk cId="308065144" sldId="2147483648"/>
              <pc:sldLayoutMk cId="1711814020" sldId="2147483661"/>
              <ac:spMk id="3" creationId="{4CBCAFCE-8EC7-084D-BB9A-53CC57977D66}"/>
            </ac:spMkLst>
          </pc:spChg>
          <pc:spChg chg="mod">
            <ac:chgData name="Saroj Lamichhane" userId="c617947a-7477-4b60-adcf-66cafaadec49" providerId="ADAL" clId="{7C8EF2EC-A727-4522-8D13-463CE1C54E42}" dt="2026-02-25T17:25:16.100" v="8" actId="2711"/>
            <ac:spMkLst>
              <pc:docMk/>
              <pc:sldMasterMk cId="308065144" sldId="2147483648"/>
              <pc:sldLayoutMk cId="1711814020" sldId="2147483661"/>
              <ac:spMk id="12" creationId="{C1E18BAE-9E2F-A544-8C18-ABE725352C1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6:53.493" v="22" actId="2711"/>
          <pc:sldLayoutMkLst>
            <pc:docMk/>
            <pc:sldMasterMk cId="308065144" sldId="2147483648"/>
            <pc:sldLayoutMk cId="2574193463" sldId="2147483662"/>
          </pc:sldLayoutMkLst>
          <pc:spChg chg="mod">
            <ac:chgData name="Saroj Lamichhane" userId="c617947a-7477-4b60-adcf-66cafaadec49" providerId="ADAL" clId="{7C8EF2EC-A727-4522-8D13-463CE1C54E42}" dt="2026-02-25T17:26:48.452" v="21" actId="2711"/>
            <ac:spMkLst>
              <pc:docMk/>
              <pc:sldMasterMk cId="308065144" sldId="2147483648"/>
              <pc:sldLayoutMk cId="2574193463" sldId="2147483662"/>
              <ac:spMk id="3" creationId="{4CBCAFCE-8EC7-084D-BB9A-53CC57977D66}"/>
            </ac:spMkLst>
          </pc:spChg>
          <pc:spChg chg="mod">
            <ac:chgData name="Saroj Lamichhane" userId="c617947a-7477-4b60-adcf-66cafaadec49" providerId="ADAL" clId="{7C8EF2EC-A727-4522-8D13-463CE1C54E42}" dt="2026-02-25T17:26:22.339" v="16" actId="2711"/>
            <ac:spMkLst>
              <pc:docMk/>
              <pc:sldMasterMk cId="308065144" sldId="2147483648"/>
              <pc:sldLayoutMk cId="2574193463" sldId="2147483662"/>
              <ac:spMk id="12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26:53.493" v="22" actId="2711"/>
            <ac:spMkLst>
              <pc:docMk/>
              <pc:sldMasterMk cId="308065144" sldId="2147483648"/>
              <pc:sldLayoutMk cId="2574193463" sldId="2147483662"/>
              <ac:spMk id="18" creationId="{10E64717-DA8A-9C47-B2BD-397159535367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7:22.242" v="28" actId="2711"/>
          <pc:sldLayoutMkLst>
            <pc:docMk/>
            <pc:sldMasterMk cId="308065144" sldId="2147483648"/>
            <pc:sldLayoutMk cId="3124759032" sldId="2147483663"/>
          </pc:sldLayoutMkLst>
          <pc:spChg chg="mod">
            <ac:chgData name="Saroj Lamichhane" userId="c617947a-7477-4b60-adcf-66cafaadec49" providerId="ADAL" clId="{7C8EF2EC-A727-4522-8D13-463CE1C54E42}" dt="2026-02-25T17:27:22.242" v="28" actId="2711"/>
            <ac:spMkLst>
              <pc:docMk/>
              <pc:sldMasterMk cId="308065144" sldId="2147483648"/>
              <pc:sldLayoutMk cId="3124759032" sldId="2147483663"/>
              <ac:spMk id="3" creationId="{4CBCAFCE-8EC7-084D-BB9A-53CC57977D66}"/>
            </ac:spMkLst>
          </pc:spChg>
          <pc:spChg chg="mod">
            <ac:chgData name="Saroj Lamichhane" userId="c617947a-7477-4b60-adcf-66cafaadec49" providerId="ADAL" clId="{7C8EF2EC-A727-4522-8D13-463CE1C54E42}" dt="2026-02-25T17:27:05.297" v="23" actId="2711"/>
            <ac:spMkLst>
              <pc:docMk/>
              <pc:sldMasterMk cId="308065144" sldId="2147483648"/>
              <pc:sldLayoutMk cId="3124759032" sldId="2147483663"/>
              <ac:spMk id="12" creationId="{C1E18BAE-9E2F-A544-8C18-ABE725352C1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7:36.343" v="31" actId="2711"/>
          <pc:sldLayoutMkLst>
            <pc:docMk/>
            <pc:sldMasterMk cId="308065144" sldId="2147483648"/>
            <pc:sldLayoutMk cId="676987818" sldId="2147483664"/>
          </pc:sldLayoutMkLst>
          <pc:spChg chg="mod">
            <ac:chgData name="Saroj Lamichhane" userId="c617947a-7477-4b60-adcf-66cafaadec49" providerId="ADAL" clId="{7C8EF2EC-A727-4522-8D13-463CE1C54E42}" dt="2026-02-25T17:27:32.620" v="30" actId="2711"/>
            <ac:spMkLst>
              <pc:docMk/>
              <pc:sldMasterMk cId="308065144" sldId="2147483648"/>
              <pc:sldLayoutMk cId="676987818" sldId="2147483664"/>
              <ac:spMk id="3" creationId="{4CBCAFCE-8EC7-084D-BB9A-53CC57977D66}"/>
            </ac:spMkLst>
          </pc:spChg>
          <pc:spChg chg="mod">
            <ac:chgData name="Saroj Lamichhane" userId="c617947a-7477-4b60-adcf-66cafaadec49" providerId="ADAL" clId="{7C8EF2EC-A727-4522-8D13-463CE1C54E42}" dt="2026-02-25T17:27:29.517" v="29" actId="2711"/>
            <ac:spMkLst>
              <pc:docMk/>
              <pc:sldMasterMk cId="308065144" sldId="2147483648"/>
              <pc:sldLayoutMk cId="676987818" sldId="2147483664"/>
              <ac:spMk id="12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27:36.343" v="31" actId="2711"/>
            <ac:spMkLst>
              <pc:docMk/>
              <pc:sldMasterMk cId="308065144" sldId="2147483648"/>
              <pc:sldLayoutMk cId="676987818" sldId="2147483664"/>
              <ac:spMk id="18" creationId="{10E64717-DA8A-9C47-B2BD-397159535367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7:58.311" v="36" actId="2711"/>
          <pc:sldLayoutMkLst>
            <pc:docMk/>
            <pc:sldMasterMk cId="308065144" sldId="2147483648"/>
            <pc:sldLayoutMk cId="2443680588" sldId="2147483665"/>
          </pc:sldLayoutMkLst>
          <pc:spChg chg="mod">
            <ac:chgData name="Saroj Lamichhane" userId="c617947a-7477-4b60-adcf-66cafaadec49" providerId="ADAL" clId="{7C8EF2EC-A727-4522-8D13-463CE1C54E42}" dt="2026-02-25T17:27:47.127" v="33" actId="2711"/>
            <ac:spMkLst>
              <pc:docMk/>
              <pc:sldMasterMk cId="308065144" sldId="2147483648"/>
              <pc:sldLayoutMk cId="2443680588" sldId="2147483665"/>
              <ac:spMk id="4" creationId="{95B97E4E-7184-234F-BA6B-9A3EECF693B0}"/>
            </ac:spMkLst>
          </pc:spChg>
          <pc:spChg chg="mod">
            <ac:chgData name="Saroj Lamichhane" userId="c617947a-7477-4b60-adcf-66cafaadec49" providerId="ADAL" clId="{7C8EF2EC-A727-4522-8D13-463CE1C54E42}" dt="2026-02-25T17:27:50.305" v="34" actId="2711"/>
            <ac:spMkLst>
              <pc:docMk/>
              <pc:sldMasterMk cId="308065144" sldId="2147483648"/>
              <pc:sldLayoutMk cId="2443680588" sldId="2147483665"/>
              <ac:spMk id="8" creationId="{BD7A6459-A21C-1442-A11B-62DE80B2521C}"/>
            </ac:spMkLst>
          </pc:spChg>
          <pc:spChg chg="mod">
            <ac:chgData name="Saroj Lamichhane" userId="c617947a-7477-4b60-adcf-66cafaadec49" providerId="ADAL" clId="{7C8EF2EC-A727-4522-8D13-463CE1C54E42}" dt="2026-02-25T17:27:54.292" v="35" actId="2711"/>
            <ac:spMkLst>
              <pc:docMk/>
              <pc:sldMasterMk cId="308065144" sldId="2147483648"/>
              <pc:sldLayoutMk cId="2443680588" sldId="2147483665"/>
              <ac:spMk id="10" creationId="{A8F2CEF9-97A9-E642-94BC-55A6D7AD5BE9}"/>
            </ac:spMkLst>
          </pc:spChg>
          <pc:spChg chg="mod">
            <ac:chgData name="Saroj Lamichhane" userId="c617947a-7477-4b60-adcf-66cafaadec49" providerId="ADAL" clId="{7C8EF2EC-A727-4522-8D13-463CE1C54E42}" dt="2026-02-25T17:27:58.311" v="36" actId="2711"/>
            <ac:spMkLst>
              <pc:docMk/>
              <pc:sldMasterMk cId="308065144" sldId="2147483648"/>
              <pc:sldLayoutMk cId="2443680588" sldId="2147483665"/>
              <ac:spMk id="11" creationId="{DE1B79F5-704D-5A40-86A4-06225CB87EC0}"/>
            </ac:spMkLst>
          </pc:spChg>
          <pc:spChg chg="mod">
            <ac:chgData name="Saroj Lamichhane" userId="c617947a-7477-4b60-adcf-66cafaadec49" providerId="ADAL" clId="{7C8EF2EC-A727-4522-8D13-463CE1C54E42}" dt="2026-02-25T17:27:43.975" v="32" actId="2711"/>
            <ac:spMkLst>
              <pc:docMk/>
              <pc:sldMasterMk cId="308065144" sldId="2147483648"/>
              <pc:sldLayoutMk cId="2443680588" sldId="2147483665"/>
              <ac:spMk id="12" creationId="{C1E18BAE-9E2F-A544-8C18-ABE725352C1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8:30.984" v="44" actId="2711"/>
          <pc:sldLayoutMkLst>
            <pc:docMk/>
            <pc:sldMasterMk cId="308065144" sldId="2147483648"/>
            <pc:sldLayoutMk cId="2472532687" sldId="2147483666"/>
          </pc:sldLayoutMkLst>
          <pc:spChg chg="mod">
            <ac:chgData name="Saroj Lamichhane" userId="c617947a-7477-4b60-adcf-66cafaadec49" providerId="ADAL" clId="{7C8EF2EC-A727-4522-8D13-463CE1C54E42}" dt="2026-02-25T17:28:07.682" v="37" actId="2711"/>
            <ac:spMkLst>
              <pc:docMk/>
              <pc:sldMasterMk cId="308065144" sldId="2147483648"/>
              <pc:sldLayoutMk cId="2472532687" sldId="2147483666"/>
              <ac:spMk id="4" creationId="{95B97E4E-7184-234F-BA6B-9A3EECF693B0}"/>
            </ac:spMkLst>
          </pc:spChg>
          <pc:spChg chg="mod">
            <ac:chgData name="Saroj Lamichhane" userId="c617947a-7477-4b60-adcf-66cafaadec49" providerId="ADAL" clId="{7C8EF2EC-A727-4522-8D13-463CE1C54E42}" dt="2026-02-25T17:28:13.985" v="39" actId="2711"/>
            <ac:spMkLst>
              <pc:docMk/>
              <pc:sldMasterMk cId="308065144" sldId="2147483648"/>
              <pc:sldLayoutMk cId="2472532687" sldId="2147483666"/>
              <ac:spMk id="8" creationId="{BD7A6459-A21C-1442-A11B-62DE80B2521C}"/>
            </ac:spMkLst>
          </pc:spChg>
          <pc:spChg chg="mod">
            <ac:chgData name="Saroj Lamichhane" userId="c617947a-7477-4b60-adcf-66cafaadec49" providerId="ADAL" clId="{7C8EF2EC-A727-4522-8D13-463CE1C54E42}" dt="2026-02-25T17:28:20.798" v="41" actId="2711"/>
            <ac:spMkLst>
              <pc:docMk/>
              <pc:sldMasterMk cId="308065144" sldId="2147483648"/>
              <pc:sldLayoutMk cId="2472532687" sldId="2147483666"/>
              <ac:spMk id="10" creationId="{A8F2CEF9-97A9-E642-94BC-55A6D7AD5BE9}"/>
            </ac:spMkLst>
          </pc:spChg>
          <pc:spChg chg="mod">
            <ac:chgData name="Saroj Lamichhane" userId="c617947a-7477-4b60-adcf-66cafaadec49" providerId="ADAL" clId="{7C8EF2EC-A727-4522-8D13-463CE1C54E42}" dt="2026-02-25T17:28:27.565" v="43" actId="2711"/>
            <ac:spMkLst>
              <pc:docMk/>
              <pc:sldMasterMk cId="308065144" sldId="2147483648"/>
              <pc:sldLayoutMk cId="2472532687" sldId="2147483666"/>
              <ac:spMk id="11" creationId="{DE1B79F5-704D-5A40-86A4-06225CB87EC0}"/>
            </ac:spMkLst>
          </pc:spChg>
          <pc:spChg chg="mod">
            <ac:chgData name="Saroj Lamichhane" userId="c617947a-7477-4b60-adcf-66cafaadec49" providerId="ADAL" clId="{7C8EF2EC-A727-4522-8D13-463CE1C54E42}" dt="2026-02-25T17:28:10.842" v="38" actId="2711"/>
            <ac:spMkLst>
              <pc:docMk/>
              <pc:sldMasterMk cId="308065144" sldId="2147483648"/>
              <pc:sldLayoutMk cId="2472532687" sldId="2147483666"/>
              <ac:spMk id="34" creationId="{5AE08200-0919-354A-B310-E1D281B2890B}"/>
            </ac:spMkLst>
          </pc:spChg>
          <pc:spChg chg="mod">
            <ac:chgData name="Saroj Lamichhane" userId="c617947a-7477-4b60-adcf-66cafaadec49" providerId="ADAL" clId="{7C8EF2EC-A727-4522-8D13-463CE1C54E42}" dt="2026-02-25T17:28:17.622" v="40" actId="2711"/>
            <ac:spMkLst>
              <pc:docMk/>
              <pc:sldMasterMk cId="308065144" sldId="2147483648"/>
              <pc:sldLayoutMk cId="2472532687" sldId="2147483666"/>
              <ac:spMk id="35" creationId="{1B2B4F39-16C6-E841-B350-5DC46939C55E}"/>
            </ac:spMkLst>
          </pc:spChg>
          <pc:spChg chg="mod">
            <ac:chgData name="Saroj Lamichhane" userId="c617947a-7477-4b60-adcf-66cafaadec49" providerId="ADAL" clId="{7C8EF2EC-A727-4522-8D13-463CE1C54E42}" dt="2026-02-25T17:28:24.042" v="42" actId="2711"/>
            <ac:spMkLst>
              <pc:docMk/>
              <pc:sldMasterMk cId="308065144" sldId="2147483648"/>
              <pc:sldLayoutMk cId="2472532687" sldId="2147483666"/>
              <ac:spMk id="36" creationId="{0C973AA0-7B20-DF40-86C2-6C2E1095A8D0}"/>
            </ac:spMkLst>
          </pc:spChg>
          <pc:spChg chg="mod">
            <ac:chgData name="Saroj Lamichhane" userId="c617947a-7477-4b60-adcf-66cafaadec49" providerId="ADAL" clId="{7C8EF2EC-A727-4522-8D13-463CE1C54E42}" dt="2026-02-25T17:28:30.984" v="44" actId="2711"/>
            <ac:spMkLst>
              <pc:docMk/>
              <pc:sldMasterMk cId="308065144" sldId="2147483648"/>
              <pc:sldLayoutMk cId="2472532687" sldId="2147483666"/>
              <ac:spMk id="37" creationId="{DD3C700E-8DCB-8A43-AE2A-44BE7DEF778D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3:02.772" v="64" actId="2711"/>
          <pc:sldLayoutMkLst>
            <pc:docMk/>
            <pc:sldMasterMk cId="308065144" sldId="2147483648"/>
            <pc:sldLayoutMk cId="4061801224" sldId="2147483667"/>
          </pc:sldLayoutMkLst>
          <pc:spChg chg="mod">
            <ac:chgData name="Saroj Lamichhane" userId="c617947a-7477-4b60-adcf-66cafaadec49" providerId="ADAL" clId="{7C8EF2EC-A727-4522-8D13-463CE1C54E42}" dt="2026-02-25T17:28:59.874" v="45" actId="2711"/>
            <ac:spMkLst>
              <pc:docMk/>
              <pc:sldMasterMk cId="308065144" sldId="2147483648"/>
              <pc:sldLayoutMk cId="4061801224" sldId="2147483667"/>
              <ac:spMk id="4" creationId="{95B97E4E-7184-234F-BA6B-9A3EECF693B0}"/>
            </ac:spMkLst>
          </pc:spChg>
          <pc:spChg chg="mod">
            <ac:chgData name="Saroj Lamichhane" userId="c617947a-7477-4b60-adcf-66cafaadec49" providerId="ADAL" clId="{7C8EF2EC-A727-4522-8D13-463CE1C54E42}" dt="2026-02-25T17:31:02.640" v="51" actId="2711"/>
            <ac:spMkLst>
              <pc:docMk/>
              <pc:sldMasterMk cId="308065144" sldId="2147483648"/>
              <pc:sldLayoutMk cId="4061801224" sldId="2147483667"/>
              <ac:spMk id="8" creationId="{BD7A6459-A21C-1442-A11B-62DE80B2521C}"/>
            </ac:spMkLst>
          </pc:spChg>
          <pc:spChg chg="mod">
            <ac:chgData name="Saroj Lamichhane" userId="c617947a-7477-4b60-adcf-66cafaadec49" providerId="ADAL" clId="{7C8EF2EC-A727-4522-8D13-463CE1C54E42}" dt="2026-02-25T17:31:31.695" v="53" actId="2711"/>
            <ac:spMkLst>
              <pc:docMk/>
              <pc:sldMasterMk cId="308065144" sldId="2147483648"/>
              <pc:sldLayoutMk cId="4061801224" sldId="2147483667"/>
              <ac:spMk id="10" creationId="{A8F2CEF9-97A9-E642-94BC-55A6D7AD5BE9}"/>
            </ac:spMkLst>
          </pc:spChg>
          <pc:spChg chg="mod">
            <ac:chgData name="Saroj Lamichhane" userId="c617947a-7477-4b60-adcf-66cafaadec49" providerId="ADAL" clId="{7C8EF2EC-A727-4522-8D13-463CE1C54E42}" dt="2026-02-25T17:32:49.202" v="60" actId="2711"/>
            <ac:spMkLst>
              <pc:docMk/>
              <pc:sldMasterMk cId="308065144" sldId="2147483648"/>
              <pc:sldLayoutMk cId="4061801224" sldId="2147483667"/>
              <ac:spMk id="11" creationId="{DE1B79F5-704D-5A40-86A4-06225CB87EC0}"/>
            </ac:spMkLst>
          </pc:spChg>
          <pc:spChg chg="mod">
            <ac:chgData name="Saroj Lamichhane" userId="c617947a-7477-4b60-adcf-66cafaadec49" providerId="ADAL" clId="{7C8EF2EC-A727-4522-8D13-463CE1C54E42}" dt="2026-02-25T17:29:41.972" v="48" actId="2711"/>
            <ac:spMkLst>
              <pc:docMk/>
              <pc:sldMasterMk cId="308065144" sldId="2147483648"/>
              <pc:sldLayoutMk cId="4061801224" sldId="2147483667"/>
              <ac:spMk id="12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29:03.417" v="46" actId="2711"/>
            <ac:spMkLst>
              <pc:docMk/>
              <pc:sldMasterMk cId="308065144" sldId="2147483648"/>
              <pc:sldLayoutMk cId="4061801224" sldId="2147483667"/>
              <ac:spMk id="54" creationId="{EF1A0F53-E7C2-F847-BBBD-4A9805F308FC}"/>
            </ac:spMkLst>
          </pc:spChg>
          <pc:spChg chg="mod">
            <ac:chgData name="Saroj Lamichhane" userId="c617947a-7477-4b60-adcf-66cafaadec49" providerId="ADAL" clId="{7C8EF2EC-A727-4522-8D13-463CE1C54E42}" dt="2026-02-25T17:31:07.662" v="52" actId="2711"/>
            <ac:spMkLst>
              <pc:docMk/>
              <pc:sldMasterMk cId="308065144" sldId="2147483648"/>
              <pc:sldLayoutMk cId="4061801224" sldId="2147483667"/>
              <ac:spMk id="55" creationId="{7B481680-9ED9-5F4B-9DBC-8AFFDE9DEE4C}"/>
            </ac:spMkLst>
          </pc:spChg>
          <pc:spChg chg="mod">
            <ac:chgData name="Saroj Lamichhane" userId="c617947a-7477-4b60-adcf-66cafaadec49" providerId="ADAL" clId="{7C8EF2EC-A727-4522-8D13-463CE1C54E42}" dt="2026-02-25T17:31:50.646" v="54" actId="2711"/>
            <ac:spMkLst>
              <pc:docMk/>
              <pc:sldMasterMk cId="308065144" sldId="2147483648"/>
              <pc:sldLayoutMk cId="4061801224" sldId="2147483667"/>
              <ac:spMk id="56" creationId="{E5F11699-2468-D548-80EB-F0189B19DF35}"/>
            </ac:spMkLst>
          </pc:spChg>
          <pc:spChg chg="mod">
            <ac:chgData name="Saroj Lamichhane" userId="c617947a-7477-4b60-adcf-66cafaadec49" providerId="ADAL" clId="{7C8EF2EC-A727-4522-8D13-463CE1C54E42}" dt="2026-02-25T17:32:52.750" v="61" actId="2711"/>
            <ac:spMkLst>
              <pc:docMk/>
              <pc:sldMasterMk cId="308065144" sldId="2147483648"/>
              <pc:sldLayoutMk cId="4061801224" sldId="2147483667"/>
              <ac:spMk id="57" creationId="{6C57E762-522E-DD40-9331-80B0111F9C6B}"/>
            </ac:spMkLst>
          </pc:spChg>
          <pc:spChg chg="mod">
            <ac:chgData name="Saroj Lamichhane" userId="c617947a-7477-4b60-adcf-66cafaadec49" providerId="ADAL" clId="{7C8EF2EC-A727-4522-8D13-463CE1C54E42}" dt="2026-02-25T17:29:38.353" v="47" actId="2711"/>
            <ac:spMkLst>
              <pc:docMk/>
              <pc:sldMasterMk cId="308065144" sldId="2147483648"/>
              <pc:sldLayoutMk cId="4061801224" sldId="2147483667"/>
              <ac:spMk id="59" creationId="{B8145BBC-2BA8-0E41-A2B1-D82CE406F98B}"/>
            </ac:spMkLst>
          </pc:spChg>
          <pc:spChg chg="mod">
            <ac:chgData name="Saroj Lamichhane" userId="c617947a-7477-4b60-adcf-66cafaadec49" providerId="ADAL" clId="{7C8EF2EC-A727-4522-8D13-463CE1C54E42}" dt="2026-02-25T17:31:54.903" v="55" actId="2711"/>
            <ac:spMkLst>
              <pc:docMk/>
              <pc:sldMasterMk cId="308065144" sldId="2147483648"/>
              <pc:sldLayoutMk cId="4061801224" sldId="2147483667"/>
              <ac:spMk id="60" creationId="{1D174840-C8B7-DB4F-9862-1CC77E60405F}"/>
            </ac:spMkLst>
          </pc:spChg>
          <pc:spChg chg="mod">
            <ac:chgData name="Saroj Lamichhane" userId="c617947a-7477-4b60-adcf-66cafaadec49" providerId="ADAL" clId="{7C8EF2EC-A727-4522-8D13-463CE1C54E42}" dt="2026-02-25T17:32:55.776" v="62" actId="2711"/>
            <ac:spMkLst>
              <pc:docMk/>
              <pc:sldMasterMk cId="308065144" sldId="2147483648"/>
              <pc:sldLayoutMk cId="4061801224" sldId="2147483667"/>
              <ac:spMk id="62" creationId="{28094B37-C635-4F4B-BD71-46406B02D18A}"/>
            </ac:spMkLst>
          </pc:spChg>
          <pc:spChg chg="mod">
            <ac:chgData name="Saroj Lamichhane" userId="c617947a-7477-4b60-adcf-66cafaadec49" providerId="ADAL" clId="{7C8EF2EC-A727-4522-8D13-463CE1C54E42}" dt="2026-02-25T17:30:12.609" v="49" actId="2711"/>
            <ac:spMkLst>
              <pc:docMk/>
              <pc:sldMasterMk cId="308065144" sldId="2147483648"/>
              <pc:sldLayoutMk cId="4061801224" sldId="2147483667"/>
              <ac:spMk id="64" creationId="{148B1993-955A-F849-AEC7-F4BB70CC8724}"/>
            </ac:spMkLst>
          </pc:spChg>
          <pc:spChg chg="mod">
            <ac:chgData name="Saroj Lamichhane" userId="c617947a-7477-4b60-adcf-66cafaadec49" providerId="ADAL" clId="{7C8EF2EC-A727-4522-8D13-463CE1C54E42}" dt="2026-02-25T17:32:32.247" v="56" actId="2711"/>
            <ac:spMkLst>
              <pc:docMk/>
              <pc:sldMasterMk cId="308065144" sldId="2147483648"/>
              <pc:sldLayoutMk cId="4061801224" sldId="2147483667"/>
              <ac:spMk id="65" creationId="{B7D55A6B-6006-B24D-B3C4-C24F1578043D}"/>
            </ac:spMkLst>
          </pc:spChg>
          <pc:spChg chg="mod">
            <ac:chgData name="Saroj Lamichhane" userId="c617947a-7477-4b60-adcf-66cafaadec49" providerId="ADAL" clId="{7C8EF2EC-A727-4522-8D13-463CE1C54E42}" dt="2026-02-25T17:32:36.069" v="57" actId="2711"/>
            <ac:spMkLst>
              <pc:docMk/>
              <pc:sldMasterMk cId="308065144" sldId="2147483648"/>
              <pc:sldLayoutMk cId="4061801224" sldId="2147483667"/>
              <ac:spMk id="66" creationId="{7DD43118-8AE4-3840-B0F7-3D4A9DAA1191}"/>
            </ac:spMkLst>
          </pc:spChg>
          <pc:spChg chg="mod">
            <ac:chgData name="Saroj Lamichhane" userId="c617947a-7477-4b60-adcf-66cafaadec49" providerId="ADAL" clId="{7C8EF2EC-A727-4522-8D13-463CE1C54E42}" dt="2026-02-25T17:32:59.312" v="63" actId="2711"/>
            <ac:spMkLst>
              <pc:docMk/>
              <pc:sldMasterMk cId="308065144" sldId="2147483648"/>
              <pc:sldLayoutMk cId="4061801224" sldId="2147483667"/>
              <ac:spMk id="67" creationId="{9527BE04-9D0E-4B4D-AD97-C40E3D8F8AC3}"/>
            </ac:spMkLst>
          </pc:spChg>
          <pc:spChg chg="mod">
            <ac:chgData name="Saroj Lamichhane" userId="c617947a-7477-4b60-adcf-66cafaadec49" providerId="ADAL" clId="{7C8EF2EC-A727-4522-8D13-463CE1C54E42}" dt="2026-02-25T17:30:22.123" v="50" actId="2711"/>
            <ac:spMkLst>
              <pc:docMk/>
              <pc:sldMasterMk cId="308065144" sldId="2147483648"/>
              <pc:sldLayoutMk cId="4061801224" sldId="2147483667"/>
              <ac:spMk id="69" creationId="{34E4767E-3447-1F41-A340-7C55E6A9F659}"/>
            </ac:spMkLst>
          </pc:spChg>
          <pc:spChg chg="mod">
            <ac:chgData name="Saroj Lamichhane" userId="c617947a-7477-4b60-adcf-66cafaadec49" providerId="ADAL" clId="{7C8EF2EC-A727-4522-8D13-463CE1C54E42}" dt="2026-02-25T17:32:40.717" v="58" actId="2711"/>
            <ac:spMkLst>
              <pc:docMk/>
              <pc:sldMasterMk cId="308065144" sldId="2147483648"/>
              <pc:sldLayoutMk cId="4061801224" sldId="2147483667"/>
              <ac:spMk id="70" creationId="{9D338BB9-4D26-4F44-970D-8600E8FF6382}"/>
            </ac:spMkLst>
          </pc:spChg>
          <pc:spChg chg="mod">
            <ac:chgData name="Saroj Lamichhane" userId="c617947a-7477-4b60-adcf-66cafaadec49" providerId="ADAL" clId="{7C8EF2EC-A727-4522-8D13-463CE1C54E42}" dt="2026-02-25T17:32:45.579" v="59" actId="2711"/>
            <ac:spMkLst>
              <pc:docMk/>
              <pc:sldMasterMk cId="308065144" sldId="2147483648"/>
              <pc:sldLayoutMk cId="4061801224" sldId="2147483667"/>
              <ac:spMk id="71" creationId="{6330753E-E042-CF45-95CF-2F97180FD9D4}"/>
            </ac:spMkLst>
          </pc:spChg>
          <pc:spChg chg="mod">
            <ac:chgData name="Saroj Lamichhane" userId="c617947a-7477-4b60-adcf-66cafaadec49" providerId="ADAL" clId="{7C8EF2EC-A727-4522-8D13-463CE1C54E42}" dt="2026-02-25T17:33:02.772" v="64" actId="2711"/>
            <ac:spMkLst>
              <pc:docMk/>
              <pc:sldMasterMk cId="308065144" sldId="2147483648"/>
              <pc:sldLayoutMk cId="4061801224" sldId="2147483667"/>
              <ac:spMk id="72" creationId="{C2CD3CD8-8E82-4B42-A04F-CF2FC38CF99D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3:43.071" v="71" actId="2711"/>
          <pc:sldLayoutMkLst>
            <pc:docMk/>
            <pc:sldMasterMk cId="308065144" sldId="2147483648"/>
            <pc:sldLayoutMk cId="2645420185" sldId="2147483668"/>
          </pc:sldLayoutMkLst>
          <pc:spChg chg="mod">
            <ac:chgData name="Saroj Lamichhane" userId="c617947a-7477-4b60-adcf-66cafaadec49" providerId="ADAL" clId="{7C8EF2EC-A727-4522-8D13-463CE1C54E42}" dt="2026-02-25T17:33:16.091" v="66" actId="2711"/>
            <ac:spMkLst>
              <pc:docMk/>
              <pc:sldMasterMk cId="308065144" sldId="2147483648"/>
              <pc:sldLayoutMk cId="2645420185" sldId="2147483668"/>
              <ac:spMk id="3" creationId="{6BF1EF8E-DA0B-704D-8521-ABAD7DBCCC90}"/>
            </ac:spMkLst>
          </pc:spChg>
          <pc:spChg chg="mod">
            <ac:chgData name="Saroj Lamichhane" userId="c617947a-7477-4b60-adcf-66cafaadec49" providerId="ADAL" clId="{7C8EF2EC-A727-4522-8D13-463CE1C54E42}" dt="2026-02-25T17:33:43.071" v="71" actId="2711"/>
            <ac:spMkLst>
              <pc:docMk/>
              <pc:sldMasterMk cId="308065144" sldId="2147483648"/>
              <pc:sldLayoutMk cId="2645420185" sldId="2147483668"/>
              <ac:spMk id="11" creationId="{2E85957F-ACA5-D748-A069-E71676AF8CC2}"/>
            </ac:spMkLst>
          </pc:spChg>
          <pc:spChg chg="mod">
            <ac:chgData name="Saroj Lamichhane" userId="c617947a-7477-4b60-adcf-66cafaadec49" providerId="ADAL" clId="{7C8EF2EC-A727-4522-8D13-463CE1C54E42}" dt="2026-02-25T17:33:12.962" v="65" actId="2711"/>
            <ac:spMkLst>
              <pc:docMk/>
              <pc:sldMasterMk cId="308065144" sldId="2147483648"/>
              <pc:sldLayoutMk cId="2645420185" sldId="2147483668"/>
              <ac:spMk id="12" creationId="{C1E18BAE-9E2F-A544-8C18-ABE725352C1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4:08.074" v="78" actId="2711"/>
          <pc:sldLayoutMkLst>
            <pc:docMk/>
            <pc:sldMasterMk cId="308065144" sldId="2147483648"/>
            <pc:sldLayoutMk cId="555710290" sldId="2147483669"/>
          </pc:sldLayoutMkLst>
          <pc:spChg chg="mod">
            <ac:chgData name="Saroj Lamichhane" userId="c617947a-7477-4b60-adcf-66cafaadec49" providerId="ADAL" clId="{7C8EF2EC-A727-4522-8D13-463CE1C54E42}" dt="2026-02-25T17:34:08.074" v="78" actId="2711"/>
            <ac:spMkLst>
              <pc:docMk/>
              <pc:sldMasterMk cId="308065144" sldId="2147483648"/>
              <pc:sldLayoutMk cId="555710290" sldId="2147483669"/>
              <ac:spMk id="3" creationId="{6BF1EF8E-DA0B-704D-8521-ABAD7DBCCC90}"/>
            </ac:spMkLst>
          </pc:spChg>
          <pc:spChg chg="mod">
            <ac:chgData name="Saroj Lamichhane" userId="c617947a-7477-4b60-adcf-66cafaadec49" providerId="ADAL" clId="{7C8EF2EC-A727-4522-8D13-463CE1C54E42}" dt="2026-02-25T17:34:04.939" v="77" actId="2711"/>
            <ac:spMkLst>
              <pc:docMk/>
              <pc:sldMasterMk cId="308065144" sldId="2147483648"/>
              <pc:sldLayoutMk cId="555710290" sldId="2147483669"/>
              <ac:spMk id="10" creationId="{466175A9-EBE4-6C48-969F-5E952C87697B}"/>
            </ac:spMkLst>
          </pc:spChg>
          <pc:spChg chg="mod">
            <ac:chgData name="Saroj Lamichhane" userId="c617947a-7477-4b60-adcf-66cafaadec49" providerId="ADAL" clId="{7C8EF2EC-A727-4522-8D13-463CE1C54E42}" dt="2026-02-25T17:33:48.011" v="72" actId="2711"/>
            <ac:spMkLst>
              <pc:docMk/>
              <pc:sldMasterMk cId="308065144" sldId="2147483648"/>
              <pc:sldLayoutMk cId="555710290" sldId="2147483669"/>
              <ac:spMk id="12" creationId="{C1E18BAE-9E2F-A544-8C18-ABE725352C1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4:43.836" v="86" actId="2711"/>
          <pc:sldLayoutMkLst>
            <pc:docMk/>
            <pc:sldMasterMk cId="308065144" sldId="2147483648"/>
            <pc:sldLayoutMk cId="2657701575" sldId="2147483670"/>
          </pc:sldLayoutMkLst>
          <pc:spChg chg="mod">
            <ac:chgData name="Saroj Lamichhane" userId="c617947a-7477-4b60-adcf-66cafaadec49" providerId="ADAL" clId="{7C8EF2EC-A727-4522-8D13-463CE1C54E42}" dt="2026-02-25T17:34:43.836" v="86" actId="2711"/>
            <ac:spMkLst>
              <pc:docMk/>
              <pc:sldMasterMk cId="308065144" sldId="2147483648"/>
              <pc:sldLayoutMk cId="2657701575" sldId="2147483670"/>
              <ac:spMk id="11" creationId="{2E85957F-ACA5-D748-A069-E71676AF8CC2}"/>
            </ac:spMkLst>
          </pc:spChg>
          <pc:spChg chg="mod">
            <ac:chgData name="Saroj Lamichhane" userId="c617947a-7477-4b60-adcf-66cafaadec49" providerId="ADAL" clId="{7C8EF2EC-A727-4522-8D13-463CE1C54E42}" dt="2026-02-25T17:34:12.998" v="79" actId="2711"/>
            <ac:spMkLst>
              <pc:docMk/>
              <pc:sldMasterMk cId="308065144" sldId="2147483648"/>
              <pc:sldLayoutMk cId="2657701575" sldId="2147483670"/>
              <ac:spMk id="12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34:19.702" v="81" actId="2711"/>
            <ac:spMkLst>
              <pc:docMk/>
              <pc:sldMasterMk cId="308065144" sldId="2147483648"/>
              <pc:sldLayoutMk cId="2657701575" sldId="2147483670"/>
              <ac:spMk id="16" creationId="{6BF1EF8E-DA0B-704D-8521-ABAD7DBCCC90}"/>
            </ac:spMkLst>
          </pc:spChg>
          <pc:spChg chg="mod">
            <ac:chgData name="Saroj Lamichhane" userId="c617947a-7477-4b60-adcf-66cafaadec49" providerId="ADAL" clId="{7C8EF2EC-A727-4522-8D13-463CE1C54E42}" dt="2026-02-25T17:34:15.963" v="80" actId="2711"/>
            <ac:spMkLst>
              <pc:docMk/>
              <pc:sldMasterMk cId="308065144" sldId="2147483648"/>
              <pc:sldLayoutMk cId="2657701575" sldId="2147483670"/>
              <ac:spMk id="17" creationId="{6BF1EF8E-DA0B-704D-8521-ABAD7DBCCC90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5:17.457" v="93" actId="2711"/>
          <pc:sldLayoutMkLst>
            <pc:docMk/>
            <pc:sldMasterMk cId="308065144" sldId="2147483648"/>
            <pc:sldLayoutMk cId="1776085564" sldId="2147483671"/>
          </pc:sldLayoutMkLst>
          <pc:spChg chg="mod">
            <ac:chgData name="Saroj Lamichhane" userId="c617947a-7477-4b60-adcf-66cafaadec49" providerId="ADAL" clId="{7C8EF2EC-A727-4522-8D13-463CE1C54E42}" dt="2026-02-25T17:34:59.783" v="88" actId="2711"/>
            <ac:spMkLst>
              <pc:docMk/>
              <pc:sldMasterMk cId="308065144" sldId="2147483648"/>
              <pc:sldLayoutMk cId="1776085564" sldId="2147483671"/>
              <ac:spMk id="4" creationId="{B5C999E9-9675-E748-9B2F-5EC3E280027C}"/>
            </ac:spMkLst>
          </pc:spChg>
          <pc:spChg chg="mod">
            <ac:chgData name="Saroj Lamichhane" userId="c617947a-7477-4b60-adcf-66cafaadec49" providerId="ADAL" clId="{7C8EF2EC-A727-4522-8D13-463CE1C54E42}" dt="2026-02-25T17:34:56.584" v="87" actId="2711"/>
            <ac:spMkLst>
              <pc:docMk/>
              <pc:sldMasterMk cId="308065144" sldId="2147483648"/>
              <pc:sldLayoutMk cId="1776085564" sldId="2147483671"/>
              <ac:spMk id="14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35:17.457" v="93" actId="2711"/>
            <ac:spMkLst>
              <pc:docMk/>
              <pc:sldMasterMk cId="308065144" sldId="2147483648"/>
              <pc:sldLayoutMk cId="1776085564" sldId="2147483671"/>
              <ac:spMk id="35" creationId="{2E85957F-ACA5-D748-A069-E71676AF8CC2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5:48.608" v="100" actId="2711"/>
          <pc:sldLayoutMkLst>
            <pc:docMk/>
            <pc:sldMasterMk cId="308065144" sldId="2147483648"/>
            <pc:sldLayoutMk cId="696794698" sldId="2147483672"/>
          </pc:sldLayoutMkLst>
          <pc:spChg chg="mod">
            <ac:chgData name="Saroj Lamichhane" userId="c617947a-7477-4b60-adcf-66cafaadec49" providerId="ADAL" clId="{7C8EF2EC-A727-4522-8D13-463CE1C54E42}" dt="2026-02-25T17:35:48.608" v="100" actId="2711"/>
            <ac:spMkLst>
              <pc:docMk/>
              <pc:sldMasterMk cId="308065144" sldId="2147483648"/>
              <pc:sldLayoutMk cId="696794698" sldId="2147483672"/>
              <ac:spMk id="10" creationId="{466175A9-EBE4-6C48-969F-5E952C87697B}"/>
            </ac:spMkLst>
          </pc:spChg>
          <pc:spChg chg="mod">
            <ac:chgData name="Saroj Lamichhane" userId="c617947a-7477-4b60-adcf-66cafaadec49" providerId="ADAL" clId="{7C8EF2EC-A727-4522-8D13-463CE1C54E42}" dt="2026-02-25T17:35:32.744" v="97" actId="2711"/>
            <ac:spMkLst>
              <pc:docMk/>
              <pc:sldMasterMk cId="308065144" sldId="2147483648"/>
              <pc:sldLayoutMk cId="696794698" sldId="2147483672"/>
              <ac:spMk id="11" creationId="{96E531A0-92C3-364A-A62C-092C6DA655C8}"/>
            </ac:spMkLst>
          </pc:spChg>
          <pc:spChg chg="mod">
            <ac:chgData name="Saroj Lamichhane" userId="c617947a-7477-4b60-adcf-66cafaadec49" providerId="ADAL" clId="{7C8EF2EC-A727-4522-8D13-463CE1C54E42}" dt="2026-02-25T17:35:21.771" v="94" actId="2711"/>
            <ac:spMkLst>
              <pc:docMk/>
              <pc:sldMasterMk cId="308065144" sldId="2147483648"/>
              <pc:sldLayoutMk cId="696794698" sldId="2147483672"/>
              <ac:spMk id="15" creationId="{C1E18BAE-9E2F-A544-8C18-ABE725352C1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6:20.862" v="108" actId="2711"/>
          <pc:sldLayoutMkLst>
            <pc:docMk/>
            <pc:sldMasterMk cId="308065144" sldId="2147483648"/>
            <pc:sldLayoutMk cId="1789994239" sldId="2147483673"/>
          </pc:sldLayoutMkLst>
          <pc:spChg chg="mod">
            <ac:chgData name="Saroj Lamichhane" userId="c617947a-7477-4b60-adcf-66cafaadec49" providerId="ADAL" clId="{7C8EF2EC-A727-4522-8D13-463CE1C54E42}" dt="2026-02-25T17:35:58.944" v="102" actId="2711"/>
            <ac:spMkLst>
              <pc:docMk/>
              <pc:sldMasterMk cId="308065144" sldId="2147483648"/>
              <pc:sldLayoutMk cId="1789994239" sldId="2147483673"/>
              <ac:spMk id="4" creationId="{B5C999E9-9675-E748-9B2F-5EC3E280027C}"/>
            </ac:spMkLst>
          </pc:spChg>
          <pc:spChg chg="mod">
            <ac:chgData name="Saroj Lamichhane" userId="c617947a-7477-4b60-adcf-66cafaadec49" providerId="ADAL" clId="{7C8EF2EC-A727-4522-8D13-463CE1C54E42}" dt="2026-02-25T17:36:02.193" v="103" actId="2711"/>
            <ac:spMkLst>
              <pc:docMk/>
              <pc:sldMasterMk cId="308065144" sldId="2147483648"/>
              <pc:sldLayoutMk cId="1789994239" sldId="2147483673"/>
              <ac:spMk id="10" creationId="{374F2BC2-8C3A-6249-AB96-BD5ED2EEC092}"/>
            </ac:spMkLst>
          </pc:spChg>
          <pc:spChg chg="mod">
            <ac:chgData name="Saroj Lamichhane" userId="c617947a-7477-4b60-adcf-66cafaadec49" providerId="ADAL" clId="{7C8EF2EC-A727-4522-8D13-463CE1C54E42}" dt="2026-02-25T17:35:55.352" v="101" actId="2711"/>
            <ac:spMkLst>
              <pc:docMk/>
              <pc:sldMasterMk cId="308065144" sldId="2147483648"/>
              <pc:sldLayoutMk cId="1789994239" sldId="2147483673"/>
              <ac:spMk id="14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36:20.862" v="108" actId="2711"/>
            <ac:spMkLst>
              <pc:docMk/>
              <pc:sldMasterMk cId="308065144" sldId="2147483648"/>
              <pc:sldLayoutMk cId="1789994239" sldId="2147483673"/>
              <ac:spMk id="35" creationId="{2E85957F-ACA5-D748-A069-E71676AF8CC2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7:05.623" v="117" actId="2711"/>
          <pc:sldLayoutMkLst>
            <pc:docMk/>
            <pc:sldMasterMk cId="308065144" sldId="2147483648"/>
            <pc:sldLayoutMk cId="1000461375" sldId="2147483674"/>
          </pc:sldLayoutMkLst>
          <pc:spChg chg="mod">
            <ac:chgData name="Saroj Lamichhane" userId="c617947a-7477-4b60-adcf-66cafaadec49" providerId="ADAL" clId="{7C8EF2EC-A727-4522-8D13-463CE1C54E42}" dt="2026-02-25T17:36:25.771" v="109" actId="2711"/>
            <ac:spMkLst>
              <pc:docMk/>
              <pc:sldMasterMk cId="308065144" sldId="2147483648"/>
              <pc:sldLayoutMk cId="1000461375" sldId="2147483674"/>
              <ac:spMk id="12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36:33.445" v="111" actId="2711"/>
            <ac:spMkLst>
              <pc:docMk/>
              <pc:sldMasterMk cId="308065144" sldId="2147483648"/>
              <pc:sldLayoutMk cId="1000461375" sldId="2147483674"/>
              <ac:spMk id="22" creationId="{3B89F8E2-B64D-AC49-A8DD-AF613312CED2}"/>
            </ac:spMkLst>
          </pc:spChg>
          <pc:spChg chg="mod">
            <ac:chgData name="Saroj Lamichhane" userId="c617947a-7477-4b60-adcf-66cafaadec49" providerId="ADAL" clId="{7C8EF2EC-A727-4522-8D13-463CE1C54E42}" dt="2026-02-25T17:36:45.412" v="113" actId="2711"/>
            <ac:spMkLst>
              <pc:docMk/>
              <pc:sldMasterMk cId="308065144" sldId="2147483648"/>
              <pc:sldLayoutMk cId="1000461375" sldId="2147483674"/>
              <ac:spMk id="23" creationId="{06178C06-CDE8-6B4D-AE79-44B6A32FB8EE}"/>
            </ac:spMkLst>
          </pc:spChg>
          <pc:spChg chg="mod">
            <ac:chgData name="Saroj Lamichhane" userId="c617947a-7477-4b60-adcf-66cafaadec49" providerId="ADAL" clId="{7C8EF2EC-A727-4522-8D13-463CE1C54E42}" dt="2026-02-25T17:36:53.689" v="115" actId="2711"/>
            <ac:spMkLst>
              <pc:docMk/>
              <pc:sldMasterMk cId="308065144" sldId="2147483648"/>
              <pc:sldLayoutMk cId="1000461375" sldId="2147483674"/>
              <ac:spMk id="24" creationId="{B91553AF-8C1F-B344-9898-52841A7BB9AA}"/>
            </ac:spMkLst>
          </pc:spChg>
          <pc:spChg chg="mod">
            <ac:chgData name="Saroj Lamichhane" userId="c617947a-7477-4b60-adcf-66cafaadec49" providerId="ADAL" clId="{7C8EF2EC-A727-4522-8D13-463CE1C54E42}" dt="2026-02-25T17:37:05.623" v="117" actId="2711"/>
            <ac:spMkLst>
              <pc:docMk/>
              <pc:sldMasterMk cId="308065144" sldId="2147483648"/>
              <pc:sldLayoutMk cId="1000461375" sldId="2147483674"/>
              <ac:spMk id="25" creationId="{ACDFF35E-9476-0E4E-93EF-E59390DAF589}"/>
            </ac:spMkLst>
          </pc:spChg>
          <pc:spChg chg="mod">
            <ac:chgData name="Saroj Lamichhane" userId="c617947a-7477-4b60-adcf-66cafaadec49" providerId="ADAL" clId="{7C8EF2EC-A727-4522-8D13-463CE1C54E42}" dt="2026-02-25T17:36:28.681" v="110" actId="2711"/>
            <ac:spMkLst>
              <pc:docMk/>
              <pc:sldMasterMk cId="308065144" sldId="2147483648"/>
              <pc:sldLayoutMk cId="1000461375" sldId="2147483674"/>
              <ac:spMk id="26" creationId="{86601CF6-624C-4A4E-B63C-0AB8AD4B0D8B}"/>
            </ac:spMkLst>
          </pc:spChg>
          <pc:spChg chg="mod">
            <ac:chgData name="Saroj Lamichhane" userId="c617947a-7477-4b60-adcf-66cafaadec49" providerId="ADAL" clId="{7C8EF2EC-A727-4522-8D13-463CE1C54E42}" dt="2026-02-25T17:36:39.924" v="112" actId="2711"/>
            <ac:spMkLst>
              <pc:docMk/>
              <pc:sldMasterMk cId="308065144" sldId="2147483648"/>
              <pc:sldLayoutMk cId="1000461375" sldId="2147483674"/>
              <ac:spMk id="27" creationId="{C6B470C7-D692-C244-8ADA-5E6292A32A41}"/>
            </ac:spMkLst>
          </pc:spChg>
          <pc:spChg chg="mod">
            <ac:chgData name="Saroj Lamichhane" userId="c617947a-7477-4b60-adcf-66cafaadec49" providerId="ADAL" clId="{7C8EF2EC-A727-4522-8D13-463CE1C54E42}" dt="2026-02-25T17:36:48.688" v="114" actId="2711"/>
            <ac:spMkLst>
              <pc:docMk/>
              <pc:sldMasterMk cId="308065144" sldId="2147483648"/>
              <pc:sldLayoutMk cId="1000461375" sldId="2147483674"/>
              <ac:spMk id="28" creationId="{1F46D524-4125-844F-9646-96AC9FC2EEED}"/>
            </ac:spMkLst>
          </pc:spChg>
          <pc:spChg chg="mod">
            <ac:chgData name="Saroj Lamichhane" userId="c617947a-7477-4b60-adcf-66cafaadec49" providerId="ADAL" clId="{7C8EF2EC-A727-4522-8D13-463CE1C54E42}" dt="2026-02-25T17:36:57.544" v="116" actId="2711"/>
            <ac:spMkLst>
              <pc:docMk/>
              <pc:sldMasterMk cId="308065144" sldId="2147483648"/>
              <pc:sldLayoutMk cId="1000461375" sldId="2147483674"/>
              <ac:spMk id="34" creationId="{369B9DF6-3D13-AC41-AF63-DFE23883004C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7:36.313" v="126" actId="2711"/>
          <pc:sldLayoutMkLst>
            <pc:docMk/>
            <pc:sldMasterMk cId="308065144" sldId="2147483648"/>
            <pc:sldLayoutMk cId="242852332" sldId="2147483675"/>
          </pc:sldLayoutMkLst>
          <pc:spChg chg="mod">
            <ac:chgData name="Saroj Lamichhane" userId="c617947a-7477-4b60-adcf-66cafaadec49" providerId="ADAL" clId="{7C8EF2EC-A727-4522-8D13-463CE1C54E42}" dt="2026-02-25T17:37:09.856" v="118" actId="2711"/>
            <ac:spMkLst>
              <pc:docMk/>
              <pc:sldMasterMk cId="308065144" sldId="2147483648"/>
              <pc:sldLayoutMk cId="242852332" sldId="2147483675"/>
              <ac:spMk id="12" creationId="{C1E18BAE-9E2F-A544-8C18-ABE725352C13}"/>
            </ac:spMkLst>
          </pc:spChg>
          <pc:spChg chg="mod">
            <ac:chgData name="Saroj Lamichhane" userId="c617947a-7477-4b60-adcf-66cafaadec49" providerId="ADAL" clId="{7C8EF2EC-A727-4522-8D13-463CE1C54E42}" dt="2026-02-25T17:37:19.745" v="121" actId="2711"/>
            <ac:spMkLst>
              <pc:docMk/>
              <pc:sldMasterMk cId="308065144" sldId="2147483648"/>
              <pc:sldLayoutMk cId="242852332" sldId="2147483675"/>
              <ac:spMk id="22" creationId="{3B89F8E2-B64D-AC49-A8DD-AF613312CED2}"/>
            </ac:spMkLst>
          </pc:spChg>
          <pc:spChg chg="mod">
            <ac:chgData name="Saroj Lamichhane" userId="c617947a-7477-4b60-adcf-66cafaadec49" providerId="ADAL" clId="{7C8EF2EC-A727-4522-8D13-463CE1C54E42}" dt="2026-02-25T17:37:12.574" v="119" actId="2711"/>
            <ac:spMkLst>
              <pc:docMk/>
              <pc:sldMasterMk cId="308065144" sldId="2147483648"/>
              <pc:sldLayoutMk cId="242852332" sldId="2147483675"/>
              <ac:spMk id="26" creationId="{86601CF6-624C-4A4E-B63C-0AB8AD4B0D8B}"/>
            </ac:spMkLst>
          </pc:spChg>
          <pc:spChg chg="mod">
            <ac:chgData name="Saroj Lamichhane" userId="c617947a-7477-4b60-adcf-66cafaadec49" providerId="ADAL" clId="{7C8EF2EC-A727-4522-8D13-463CE1C54E42}" dt="2026-02-25T17:37:16.802" v="120" actId="2711"/>
            <ac:spMkLst>
              <pc:docMk/>
              <pc:sldMasterMk cId="308065144" sldId="2147483648"/>
              <pc:sldLayoutMk cId="242852332" sldId="2147483675"/>
              <ac:spMk id="27" creationId="{C6B470C7-D692-C244-8ADA-5E6292A32A41}"/>
            </ac:spMkLst>
          </pc:spChg>
          <pc:spChg chg="mod">
            <ac:chgData name="Saroj Lamichhane" userId="c617947a-7477-4b60-adcf-66cafaadec49" providerId="ADAL" clId="{7C8EF2EC-A727-4522-8D13-463CE1C54E42}" dt="2026-02-25T17:37:25.891" v="123" actId="2711"/>
            <ac:spMkLst>
              <pc:docMk/>
              <pc:sldMasterMk cId="308065144" sldId="2147483648"/>
              <pc:sldLayoutMk cId="242852332" sldId="2147483675"/>
              <ac:spMk id="28" creationId="{1F46D524-4125-844F-9646-96AC9FC2EEED}"/>
            </ac:spMkLst>
          </pc:spChg>
          <pc:spChg chg="mod">
            <ac:chgData name="Saroj Lamichhane" userId="c617947a-7477-4b60-adcf-66cafaadec49" providerId="ADAL" clId="{7C8EF2EC-A727-4522-8D13-463CE1C54E42}" dt="2026-02-25T17:37:33.009" v="125" actId="2711"/>
            <ac:spMkLst>
              <pc:docMk/>
              <pc:sldMasterMk cId="308065144" sldId="2147483648"/>
              <pc:sldLayoutMk cId="242852332" sldId="2147483675"/>
              <ac:spMk id="34" creationId="{369B9DF6-3D13-AC41-AF63-DFE23883004C}"/>
            </ac:spMkLst>
          </pc:spChg>
          <pc:spChg chg="mod">
            <ac:chgData name="Saroj Lamichhane" userId="c617947a-7477-4b60-adcf-66cafaadec49" providerId="ADAL" clId="{7C8EF2EC-A727-4522-8D13-463CE1C54E42}" dt="2026-02-25T17:37:22.832" v="122" actId="2711"/>
            <ac:spMkLst>
              <pc:docMk/>
              <pc:sldMasterMk cId="308065144" sldId="2147483648"/>
              <pc:sldLayoutMk cId="242852332" sldId="2147483675"/>
              <ac:spMk id="39" creationId="{C3455D8F-754F-F744-9774-4115CF132E8A}"/>
            </ac:spMkLst>
          </pc:spChg>
          <pc:spChg chg="mod">
            <ac:chgData name="Saroj Lamichhane" userId="c617947a-7477-4b60-adcf-66cafaadec49" providerId="ADAL" clId="{7C8EF2EC-A727-4522-8D13-463CE1C54E42}" dt="2026-02-25T17:37:30.037" v="124" actId="2711"/>
            <ac:spMkLst>
              <pc:docMk/>
              <pc:sldMasterMk cId="308065144" sldId="2147483648"/>
              <pc:sldLayoutMk cId="242852332" sldId="2147483675"/>
              <ac:spMk id="40" creationId="{2C42B7F4-16A0-EB4B-9A61-205EEA8D87DF}"/>
            </ac:spMkLst>
          </pc:spChg>
          <pc:spChg chg="mod">
            <ac:chgData name="Saroj Lamichhane" userId="c617947a-7477-4b60-adcf-66cafaadec49" providerId="ADAL" clId="{7C8EF2EC-A727-4522-8D13-463CE1C54E42}" dt="2026-02-25T17:37:36.313" v="126" actId="2711"/>
            <ac:spMkLst>
              <pc:docMk/>
              <pc:sldMasterMk cId="308065144" sldId="2147483648"/>
              <pc:sldLayoutMk cId="242852332" sldId="2147483675"/>
              <ac:spMk id="41" creationId="{B5CE8B1B-51DA-AE48-ADBD-6D16542AE6C7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37:41.906" v="127" actId="2711"/>
          <pc:sldLayoutMkLst>
            <pc:docMk/>
            <pc:sldMasterMk cId="308065144" sldId="2147483648"/>
            <pc:sldLayoutMk cId="766084564" sldId="2147483676"/>
          </pc:sldLayoutMkLst>
          <pc:spChg chg="mod">
            <ac:chgData name="Saroj Lamichhane" userId="c617947a-7477-4b60-adcf-66cafaadec49" providerId="ADAL" clId="{7C8EF2EC-A727-4522-8D13-463CE1C54E42}" dt="2026-02-25T17:37:41.906" v="127" actId="2711"/>
            <ac:spMkLst>
              <pc:docMk/>
              <pc:sldMasterMk cId="308065144" sldId="2147483648"/>
              <pc:sldLayoutMk cId="766084564" sldId="2147483676"/>
              <ac:spMk id="12" creationId="{C1E18BAE-9E2F-A544-8C18-ABE725352C13}"/>
            </ac:spMkLst>
          </pc:spChg>
        </pc:sldLayoutChg>
        <pc:sldLayoutChg chg="modSp">
          <pc:chgData name="Saroj Lamichhane" userId="c617947a-7477-4b60-adcf-66cafaadec49" providerId="ADAL" clId="{7C8EF2EC-A727-4522-8D13-463CE1C54E42}" dt="2026-02-25T17:24:52.491" v="7" actId="2711"/>
          <pc:sldLayoutMkLst>
            <pc:docMk/>
            <pc:sldMasterMk cId="308065144" sldId="2147483648"/>
            <pc:sldLayoutMk cId="2602703802" sldId="2147483680"/>
          </pc:sldLayoutMkLst>
          <pc:spChg chg="mod">
            <ac:chgData name="Saroj Lamichhane" userId="c617947a-7477-4b60-adcf-66cafaadec49" providerId="ADAL" clId="{7C8EF2EC-A727-4522-8D13-463CE1C54E42}" dt="2026-02-25T17:24:42.756" v="5" actId="2711"/>
            <ac:spMkLst>
              <pc:docMk/>
              <pc:sldMasterMk cId="308065144" sldId="2147483648"/>
              <pc:sldLayoutMk cId="2602703802" sldId="2147483680"/>
              <ac:spMk id="16" creationId="{00000000-0000-0000-0000-000000000000}"/>
            </ac:spMkLst>
          </pc:spChg>
          <pc:spChg chg="mod">
            <ac:chgData name="Saroj Lamichhane" userId="c617947a-7477-4b60-adcf-66cafaadec49" providerId="ADAL" clId="{7C8EF2EC-A727-4522-8D13-463CE1C54E42}" dt="2026-02-25T17:24:48.867" v="6" actId="2711"/>
            <ac:spMkLst>
              <pc:docMk/>
              <pc:sldMasterMk cId="308065144" sldId="2147483648"/>
              <pc:sldLayoutMk cId="2602703802" sldId="2147483680"/>
              <ac:spMk id="17" creationId="{00000000-0000-0000-0000-000000000000}"/>
            </ac:spMkLst>
          </pc:spChg>
          <pc:spChg chg="mod">
            <ac:chgData name="Saroj Lamichhane" userId="c617947a-7477-4b60-adcf-66cafaadec49" providerId="ADAL" clId="{7C8EF2EC-A727-4522-8D13-463CE1C54E42}" dt="2026-02-25T17:24:52.491" v="7" actId="2711"/>
            <ac:spMkLst>
              <pc:docMk/>
              <pc:sldMasterMk cId="308065144" sldId="2147483648"/>
              <pc:sldLayoutMk cId="2602703802" sldId="2147483680"/>
              <ac:spMk id="19" creationId="{00000000-0000-0000-0000-000000000000}"/>
            </ac:spMkLst>
          </pc:spChg>
        </pc:sldLayoutChg>
      </pc:sldMasterChg>
    </pc:docChg>
  </pc:docChgLst>
  <pc:docChgLst>
    <pc:chgData name="Saroj Lamichhane" userId="c617947a-7477-4b60-adcf-66cafaadec49" providerId="ADAL" clId="{11508BCA-610F-48DC-85DF-FA4B089DE76D}"/>
    <pc:docChg chg="modMainMaster">
      <pc:chgData name="Saroj Lamichhane" userId="c617947a-7477-4b60-adcf-66cafaadec49" providerId="ADAL" clId="{11508BCA-610F-48DC-85DF-FA4B089DE76D}" dt="2026-02-23T05:20:52.597" v="0" actId="2711"/>
      <pc:docMkLst>
        <pc:docMk/>
      </pc:docMkLst>
      <pc:sldMasterChg chg="modSp">
        <pc:chgData name="Saroj Lamichhane" userId="c617947a-7477-4b60-adcf-66cafaadec49" providerId="ADAL" clId="{11508BCA-610F-48DC-85DF-FA4B089DE76D}" dt="2026-02-23T05:20:52.597" v="0" actId="2711"/>
        <pc:sldMasterMkLst>
          <pc:docMk/>
          <pc:sldMasterMk cId="308065144" sldId="2147483648"/>
        </pc:sldMasterMkLst>
        <pc:spChg chg="mod">
          <ac:chgData name="Saroj Lamichhane" userId="c617947a-7477-4b60-adcf-66cafaadec49" providerId="ADAL" clId="{11508BCA-610F-48DC-85DF-FA4B089DE76D}" dt="2026-02-23T05:20:52.597" v="0" actId="2711"/>
          <ac:spMkLst>
            <pc:docMk/>
            <pc:sldMasterMk cId="308065144" sldId="2147483648"/>
            <ac:spMk id="3" creationId="{B76A9847-D0F5-9FED-AED4-2A78D9BA81D9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83506-9B7F-4C26-97C6-F0C13E1E193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A31ED-B1C1-49B1-8628-51D8B6FB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48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85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82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25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7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59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33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90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32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00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00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24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35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47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73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81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50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6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230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12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29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3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A31ED-B1C1-49B1-8628-51D8B6FBE41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1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C238DE50-1D0E-4975-F893-C2B5401A95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5415" y="4710764"/>
            <a:ext cx="8600729" cy="1575926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D234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en-US"/>
              <a:t>Course Code Course Number Course Name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77F605-690A-BAAC-880B-82D164342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415" y="2826472"/>
            <a:ext cx="8964712" cy="1588127"/>
          </a:xfrm>
        </p:spPr>
        <p:txBody>
          <a:bodyPr>
            <a:spAutoFit/>
          </a:bodyPr>
          <a:lstStyle>
            <a:lvl1pPr algn="l">
              <a:defRPr sz="5400">
                <a:solidFill>
                  <a:srgbClr val="0D2345"/>
                </a:solidFill>
              </a:defRPr>
            </a:lvl1pPr>
          </a:lstStyle>
          <a:p>
            <a:r>
              <a:rPr lang="en-US"/>
              <a:t>Placeholder for Presentation Tile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2481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C238DE50-1D0E-4975-F893-C2B5401A95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7381" y="4739611"/>
            <a:ext cx="6232636" cy="112003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en-US"/>
              <a:t>Course Name</a:t>
            </a:r>
          </a:p>
          <a:p>
            <a:pPr algn="l"/>
            <a:r>
              <a:rPr lang="en-US"/>
              <a:t>Instructor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2A91E-68BD-8C0F-4198-651D90DB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381" y="2689934"/>
            <a:ext cx="10515600" cy="183047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Campus Background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3948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6F68-D21A-E875-675B-9CF8CC50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85788-8361-F4D9-2591-2742AFC4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D8945-CA1C-B164-B307-DD10FCDE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A60C-559E-937A-A273-F72C3835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0A6443-2441-C53B-F534-721FAFAFE7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8800"/>
            <a:ext cx="10591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417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B19E-0D85-055F-1715-93DD2157B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89" y="2218842"/>
            <a:ext cx="7308850" cy="1898788"/>
          </a:xfrm>
        </p:spPr>
        <p:txBody>
          <a:bodyPr anchor="ctr"/>
          <a:lstStyle>
            <a:lvl1pPr algn="l">
              <a:defRPr sz="6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F0545-F0F2-7134-0842-3ED46BB6AA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9788" y="4364176"/>
            <a:ext cx="74212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6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C8A2-CADE-7463-C9A4-4E27435E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65126"/>
            <a:ext cx="10753725" cy="1119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7522-C844-A5C8-A2F1-158B40C29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1825625"/>
            <a:ext cx="541972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DA73B-8868-C5C5-A1C0-2AE977AC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D8392-99CA-0F91-E0C5-97BD2E36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7DA50-4F2E-D3DA-55CB-83AA132E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31E00-77F0-016C-9E61-29D09166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38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3420932" cy="173930"/>
          </a:xfrm>
          <a:solidFill>
            <a:schemeClr val="bg1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tx2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2442410"/>
            <a:ext cx="3420932" cy="3420000"/>
          </a:xfrm>
          <a:noFill/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5431" y="1652337"/>
            <a:ext cx="3420932" cy="790074"/>
          </a:xfrm>
          <a:solidFill>
            <a:srgbClr val="0D234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145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389363" y="1652337"/>
            <a:ext cx="3420932" cy="790074"/>
          </a:xfrm>
          <a:solidFill>
            <a:srgbClr val="0D234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238603" y="1652337"/>
            <a:ext cx="3420932" cy="790074"/>
          </a:xfrm>
          <a:solidFill>
            <a:srgbClr val="0D234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4389363" y="5841108"/>
            <a:ext cx="3420932" cy="173930"/>
          </a:xfrm>
          <a:solidFill>
            <a:schemeClr val="bg1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tx2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8238603" y="5841108"/>
            <a:ext cx="3420932" cy="173930"/>
          </a:xfrm>
          <a:solidFill>
            <a:schemeClr val="bg1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tx2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4389363" y="2442411"/>
            <a:ext cx="3420932" cy="3420000"/>
          </a:xfrm>
          <a:solidFill>
            <a:schemeClr val="bg2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8238603" y="2442411"/>
            <a:ext cx="3420932" cy="3420000"/>
          </a:xfrm>
          <a:solidFill>
            <a:schemeClr val="bg2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rgbClr val="011E4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6808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8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pos="2491">
          <p15:clr>
            <a:srgbClr val="FBAE40"/>
          </p15:clr>
        </p15:guide>
        <p15:guide id="9" pos="2761">
          <p15:clr>
            <a:srgbClr val="FBAE40"/>
          </p15:clr>
        </p15:guide>
        <p15:guide id="10" pos="4921">
          <p15:clr>
            <a:srgbClr val="FBAE40"/>
          </p15:clr>
        </p15:guide>
        <p15:guide id="11" pos="5192">
          <p15:clr>
            <a:srgbClr val="FBAE40"/>
          </p15:clr>
        </p15:guide>
        <p15:guide id="12" orient="horz" pos="42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- 4 Relat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42929" y="1665288"/>
            <a:ext cx="5631649" cy="2052000"/>
            <a:chOff x="542925" y="1665288"/>
            <a:chExt cx="5758291" cy="2170112"/>
          </a:xfrm>
          <a:solidFill>
            <a:srgbClr val="0D2345"/>
          </a:solidFill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5" name="Triangle 4"/>
            <p:cNvSpPr/>
            <p:nvPr/>
          </p:nvSpPr>
          <p:spPr>
            <a:xfrm rot="5400000">
              <a:off x="6059966" y="1923372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solidFill>
              <a:srgbClr val="0D2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9" name="Group 8"/>
          <p:cNvGrpSpPr/>
          <p:nvPr userDrawn="1"/>
        </p:nvGrpSpPr>
        <p:grpSpPr>
          <a:xfrm rot="10800000">
            <a:off x="542925" y="3749587"/>
            <a:ext cx="5430947" cy="2287958"/>
            <a:chOff x="6227654" y="1665288"/>
            <a:chExt cx="5430946" cy="2369060"/>
          </a:xfrm>
          <a:solidFill>
            <a:srgbClr val="0D2345"/>
          </a:solidFill>
        </p:grpSpPr>
        <p:sp>
          <p:nvSpPr>
            <p:cNvPr id="10" name="Rectangle 9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Triangle 10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0800000">
            <a:off x="6030965" y="3939994"/>
            <a:ext cx="5627639" cy="2097557"/>
            <a:chOff x="542925" y="1665288"/>
            <a:chExt cx="5754191" cy="2170112"/>
          </a:xfrm>
          <a:solidFill>
            <a:srgbClr val="0D2345"/>
          </a:solidFill>
        </p:grpSpPr>
        <p:sp>
          <p:nvSpPr>
            <p:cNvPr id="13" name="Rectangle 12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4" name="Triangle 13"/>
            <p:cNvSpPr/>
            <p:nvPr/>
          </p:nvSpPr>
          <p:spPr>
            <a:xfrm rot="5400000">
              <a:off x="6055866" y="1923370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982281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6667009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347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803">
          <p15:clr>
            <a:srgbClr val="FBAE40"/>
          </p15:clr>
        </p15:guide>
        <p15:guide id="4" orient="horz" pos="1050">
          <p15:clr>
            <a:srgbClr val="FBAE40"/>
          </p15:clr>
        </p15:guide>
        <p15:guide id="5" pos="3752">
          <p15:clr>
            <a:srgbClr val="FBAE40"/>
          </p15:clr>
        </p15:guide>
        <p15:guide id="6" pos="3923">
          <p15:clr>
            <a:srgbClr val="FBAE40"/>
          </p15:clr>
        </p15:guide>
        <p15:guide id="7" orient="horz" pos="2482">
          <p15:clr>
            <a:srgbClr val="FBAE40"/>
          </p15:clr>
        </p15:guide>
        <p15:guide id="8" orient="horz" pos="2338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- 3 Relat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42929" y="1665288"/>
            <a:ext cx="5631649" cy="2052000"/>
            <a:chOff x="542925" y="1665288"/>
            <a:chExt cx="5758291" cy="2170112"/>
          </a:xfrm>
          <a:solidFill>
            <a:srgbClr val="0D2345"/>
          </a:solidFill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7" name="Triangle 26"/>
            <p:cNvSpPr/>
            <p:nvPr userDrawn="1"/>
          </p:nvSpPr>
          <p:spPr>
            <a:xfrm rot="5400000">
              <a:off x="6059966" y="3318348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  <a:solidFill>
            <a:srgbClr val="0D2345"/>
          </a:solidFill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6481437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3" name="Rectangle 12"/>
          <p:cNvSpPr/>
          <p:nvPr/>
        </p:nvSpPr>
        <p:spPr>
          <a:xfrm rot="10800000">
            <a:off x="3465029" y="3985545"/>
            <a:ext cx="5430947" cy="2052000"/>
          </a:xfrm>
          <a:prstGeom prst="rect">
            <a:avLst/>
          </a:prstGeom>
          <a:solidFill>
            <a:srgbClr val="0D2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Title 1"/>
          <p:cNvSpPr>
            <a:spLocks noGrp="1"/>
          </p:cNvSpPr>
          <p:nvPr userDrawn="1"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24"/>
          <p:cNvSpPr>
            <a:spLocks noGrp="1"/>
          </p:cNvSpPr>
          <p:nvPr userDrawn="1"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 userDrawn="1"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 userDrawn="1">
            <p:ph type="body" sz="quarter" idx="16"/>
          </p:nvPr>
        </p:nvSpPr>
        <p:spPr>
          <a:xfrm>
            <a:off x="3904385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riangle 27"/>
          <p:cNvSpPr/>
          <p:nvPr userDrawn="1"/>
        </p:nvSpPr>
        <p:spPr>
          <a:xfrm>
            <a:off x="5459331" y="3779737"/>
            <a:ext cx="252000" cy="211244"/>
          </a:xfrm>
          <a:prstGeom prst="triangle">
            <a:avLst/>
          </a:prstGeom>
          <a:solidFill>
            <a:srgbClr val="0D2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2703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795">
          <p15:clr>
            <a:srgbClr val="FBAE40"/>
          </p15:clr>
        </p15:guide>
        <p15:guide id="4" orient="horz" pos="2507">
          <p15:clr>
            <a:srgbClr val="FBAE40"/>
          </p15:clr>
        </p15:guide>
        <p15:guide id="5" orient="horz" pos="2338">
          <p15:clr>
            <a:srgbClr val="FBAE40"/>
          </p15:clr>
        </p15:guide>
        <p15:guide id="6" orient="horz" pos="1050">
          <p15:clr>
            <a:srgbClr val="FBAE40"/>
          </p15:clr>
        </p15:guide>
        <p15:guide id="7" pos="3752">
          <p15:clr>
            <a:srgbClr val="FBAE40"/>
          </p15:clr>
        </p15:guide>
        <p15:guide id="8" pos="3923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  <p15:guide id="11" pos="7344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17C-386C-B843-5086-F80D7772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6"/>
            <a:ext cx="10772775" cy="1119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9A4C6-A648-F878-912A-05664596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35771-8948-5F20-4079-A4EACF2E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37A81-F7E3-71F9-4DC1-EC5A0754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523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17C-386C-B843-5086-F80D7772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65126"/>
            <a:ext cx="10753725" cy="1119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9A4C6-A648-F878-912A-05664596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35771-8948-5F20-4079-A4EACF2E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37A81-F7E3-71F9-4DC1-EC5A0754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200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17C-386C-B843-5086-F80D7772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365126"/>
            <a:ext cx="10715625" cy="111911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9A4C6-A648-F878-912A-05664596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35771-8948-5F20-4079-A4EACF2E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37A81-F7E3-71F9-4DC1-EC5A0754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3710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497DD-A5CE-21F3-4B16-F59E2FF9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73420-ABAE-C81E-96DC-17725106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C5C5B-3E91-1C87-9EE9-E376ED50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1046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633A-DD78-AE99-EA42-E92768ED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972799" cy="1083365"/>
          </a:xfrm>
        </p:spPr>
        <p:txBody>
          <a:bodyPr anchor="ctr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4192-75E7-488F-4C4F-5F14765CF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649896"/>
            <a:ext cx="6172200" cy="42111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9FBFA-7614-2668-5650-1C79A6AA0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2" y="1649896"/>
            <a:ext cx="4162424" cy="42190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A1F5A-243B-EFDB-8D4E-AF4C28E73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C6F0E-8530-2190-3D19-F6A153A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2C713-1E2E-40C4-C702-6E252BB4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630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Four columns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+mj-lt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+mj-lt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+mj-lt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+mj-lt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4008"/>
            <a:ext cx="107095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1814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339">
          <p15:clr>
            <a:srgbClr val="FBAE40"/>
          </p15:clr>
        </p15:guide>
        <p15:guide id="8" pos="1907">
          <p15:clr>
            <a:srgbClr val="FBAE40"/>
          </p15:clr>
        </p15:guide>
        <p15:guide id="9" pos="2152">
          <p15:clr>
            <a:srgbClr val="FBAE40"/>
          </p15:clr>
        </p15:guide>
        <p15:guide id="10" pos="3964">
          <p15:clr>
            <a:srgbClr val="FBAE40"/>
          </p15:clr>
        </p15:guide>
        <p15:guide id="11" pos="5531">
          <p15:clr>
            <a:srgbClr val="FBAE40"/>
          </p15:clr>
        </p15:guide>
        <p15:guide id="12" pos="5777">
          <p15:clr>
            <a:srgbClr val="FBAE40"/>
          </p15:clr>
        </p15:guide>
        <p15:guide id="13" pos="7159">
          <p15:clr>
            <a:srgbClr val="FBAE40"/>
          </p15:clr>
        </p15:guide>
        <p15:guide id="14" pos="7344">
          <p15:clr>
            <a:srgbClr val="FBAE40"/>
          </p15:clr>
        </p15:guide>
        <p15:guide id="15" pos="70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F3F3-FD3C-18B1-0FAF-3DDE5199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238539"/>
            <a:ext cx="10243102" cy="1063487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B1CBBB-4D38-11F5-EFFC-F096868AE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79713"/>
            <a:ext cx="6172200" cy="41813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1EFAE-49F3-2EB5-F7F1-C727CA7ED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550" y="1679713"/>
            <a:ext cx="4181475" cy="41892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FCB7E-A6B6-224C-DEAC-0CD2FB0F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C7D26-7B65-DBD8-9CB7-B7AA1DBD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927F1-A791-8997-90ED-DBB8A4C2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391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4979776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Text with Picture right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392985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r>
              <a:rPr lang="en-US">
                <a:latin typeface="Arial" panose="020B0604020202020204" pitchFamily="34" charset="0"/>
              </a:rPr>
              <a:t>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74193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4759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7159">
          <p15:clr>
            <a:srgbClr val="FBAE40"/>
          </p15:clr>
        </p15:guide>
        <p15:guide id="5" pos="7276">
          <p15:clr>
            <a:srgbClr val="FBAE40"/>
          </p15:clr>
        </p15:guide>
        <p15:guide id="6" pos="4135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33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Horizontal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5"/>
            <a:ext cx="11119267" cy="158075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+mj-lt"/>
              </a:defRPr>
            </a:lvl1pPr>
            <a:lvl2pPr marL="457178" indent="0">
              <a:lnSpc>
                <a:spcPct val="100000"/>
              </a:lnSpc>
              <a:buNone/>
              <a:defRPr/>
            </a:lvl2pPr>
            <a:lvl3pPr marL="914354" indent="0">
              <a:lnSpc>
                <a:spcPct val="100000"/>
              </a:lnSpc>
              <a:buNone/>
              <a:defRPr/>
            </a:lvl3pPr>
            <a:lvl4pPr marL="1371532" indent="0">
              <a:lnSpc>
                <a:spcPct val="100000"/>
              </a:lnSpc>
              <a:buNone/>
              <a:defRPr/>
            </a:lvl4pPr>
            <a:lvl5pPr marL="1828709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163" y="476722"/>
            <a:ext cx="10634666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Text with Picture Horizontal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7"/>
            <a:ext cx="12192000" cy="2963978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6987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159">
          <p15:clr>
            <a:srgbClr val="FBAE40"/>
          </p15:clr>
        </p15:guide>
        <p15:guide id="4" pos="7344">
          <p15:clr>
            <a:srgbClr val="FBAE40"/>
          </p15:clr>
        </p15:guide>
        <p15:guide id="5" pos="7039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2112" userDrawn="1">
          <p15:clr>
            <a:srgbClr val="FBAE40"/>
          </p15:clr>
        </p15:guide>
        <p15:guide id="8" orient="horz" pos="2033">
          <p15:clr>
            <a:srgbClr val="FBAE40"/>
          </p15:clr>
        </p15:guide>
        <p15:guide id="9" orient="horz" pos="4252">
          <p15:clr>
            <a:srgbClr val="FBAE40"/>
          </p15:clr>
        </p15:guide>
        <p15:guide id="10" pos="546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Boss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937598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Eagle Introduction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365" y="1976916"/>
            <a:ext cx="3602311" cy="3635695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6597" y="2506679"/>
            <a:ext cx="5545755" cy="339026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6597" y="2904792"/>
            <a:ext cx="5545755" cy="28543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6597" y="3350677"/>
            <a:ext cx="5545755" cy="2261928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 userDrawn="1"/>
        </p:nvCxnSpPr>
        <p:spPr>
          <a:xfrm flipH="1">
            <a:off x="4366596" y="2385080"/>
            <a:ext cx="1004341" cy="0"/>
          </a:xfrm>
          <a:prstGeom prst="line">
            <a:avLst/>
          </a:prstGeom>
          <a:ln w="12700">
            <a:solidFill>
              <a:srgbClr val="0D23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3680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5">
          <p15:clr>
            <a:srgbClr val="FBAE40"/>
          </p15:clr>
        </p15:guide>
        <p15:guide id="2" pos="6244">
          <p15:clr>
            <a:srgbClr val="FBAE40"/>
          </p15:clr>
        </p15:guide>
        <p15:guide id="3" orient="horz" pos="1499">
          <p15:clr>
            <a:srgbClr val="FBAE40"/>
          </p15:clr>
        </p15:guide>
        <p15:guide id="4" orient="horz" pos="440">
          <p15:clr>
            <a:srgbClr val="FBAE40"/>
          </p15:clr>
        </p15:guide>
        <p15:guide id="5" pos="339">
          <p15:clr>
            <a:srgbClr val="FBAE40"/>
          </p15:clr>
        </p15:guide>
        <p15:guide id="6" orient="horz" pos="4252">
          <p15:clr>
            <a:srgbClr val="FBAE40"/>
          </p15:clr>
        </p15:guide>
        <p15:guide id="7" orient="horz" pos="3532">
          <p15:clr>
            <a:srgbClr val="FBAE40"/>
          </p15:clr>
        </p15:guide>
        <p15:guide id="8" pos="7159">
          <p15:clr>
            <a:srgbClr val="FBAE40"/>
          </p15:clr>
        </p15:guide>
        <p15:guide id="9" orient="horz" pos="1576">
          <p15:clr>
            <a:srgbClr val="FBAE40"/>
          </p15:clr>
        </p15:guide>
        <p15:guide id="10" pos="274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- 2 Profiles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298411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Eagle Team - 2 Profile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3028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7228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7228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7228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 userDrawn="1"/>
        </p:nvCxnSpPr>
        <p:spPr>
          <a:xfrm flipH="1">
            <a:off x="3043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AE08200-0919-354A-B310-E1D281B28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609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B2B4F39-16C6-E841-B350-5DC46939C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8809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C973AA0-7B20-DF40-86C2-6C2E1095A8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8809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D3C700E-8DCB-8A43-AE2A-44BE7DEF77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8809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FD2488-DB5A-8246-9846-57E401E9BA55}"/>
              </a:ext>
            </a:extLst>
          </p:cNvPr>
          <p:cNvCxnSpPr>
            <a:cxnSpLocks/>
          </p:cNvCxnSpPr>
          <p:nvPr userDrawn="1"/>
        </p:nvCxnSpPr>
        <p:spPr>
          <a:xfrm flipH="1">
            <a:off x="814462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253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3812">
          <p15:clr>
            <a:srgbClr val="FBAE40"/>
          </p15:clr>
        </p15:guide>
        <p15:guide id="5" pos="856">
          <p15:clr>
            <a:srgbClr val="FBAE40"/>
          </p15:clr>
        </p15:guide>
        <p15:guide id="6" pos="6827">
          <p15:clr>
            <a:srgbClr val="FBAE40"/>
          </p15:clr>
        </p15:guide>
        <p15:guide id="7" pos="3608">
          <p15:clr>
            <a:srgbClr val="FBAE40"/>
          </p15:clr>
        </p15:guide>
        <p15:guide id="8" pos="4067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159">
          <p15:clr>
            <a:srgbClr val="FBAE40"/>
          </p15:clr>
        </p15:guide>
        <p15:guide id="11" orient="horz" pos="2507">
          <p15:clr>
            <a:srgbClr val="FBAE40"/>
          </p15:clr>
        </p15:guide>
        <p15:guide id="12" orient="horz" pos="25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- 5 Profiles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Eagle Team - 5 Profile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8163" y="3856239"/>
            <a:ext cx="1835988" cy="339026"/>
          </a:xfrm>
          <a:effectLst>
            <a:glow rad="127000">
              <a:srgbClr val="0D2345"/>
            </a:glo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8163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163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 userDrawn="1"/>
        </p:nvCxnSpPr>
        <p:spPr>
          <a:xfrm flipH="1">
            <a:off x="95398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F1A0F53-E7C2-F847-BBBD-4A9805F308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5927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B481680-9ED9-5F4B-9DBC-8AFFDE9DE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08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E5F11699-2468-D548-80EB-F0189B19DF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808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6C57E762-522E-DD40-9331-80B0111F9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808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E1DE42-CB13-524B-A1A4-0658DBEB2E95}"/>
              </a:ext>
            </a:extLst>
          </p:cNvPr>
          <p:cNvCxnSpPr>
            <a:cxnSpLocks/>
          </p:cNvCxnSpPr>
          <p:nvPr userDrawn="1"/>
        </p:nvCxnSpPr>
        <p:spPr>
          <a:xfrm flipH="1">
            <a:off x="327390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B8145BBC-2BA8-0E41-A2B1-D82CE406F9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0387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D174840-C8B7-DB4F-9862-1CC77E6040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7800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294F2042-0B27-4741-B017-1BD06113B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7800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8094B37-C635-4F4B-BD71-46406B02D1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800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C8C11F-1C92-F24A-B4AC-D6EBEBE6E53A}"/>
              </a:ext>
            </a:extLst>
          </p:cNvPr>
          <p:cNvCxnSpPr>
            <a:cxnSpLocks/>
          </p:cNvCxnSpPr>
          <p:nvPr userDrawn="1"/>
        </p:nvCxnSpPr>
        <p:spPr>
          <a:xfrm flipH="1">
            <a:off x="5593832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148B1993-955A-F849-AEC7-F4BB70CC87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01499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B7D55A6B-6006-B24D-B3C4-C24F157804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499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DD43118-8AE4-3840-B0F7-3D4A9DAA11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01499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527BE04-9D0E-4B4D-AD97-C40E3D8F8A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01499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F92F2D-F465-0F46-948D-809D7102C224}"/>
              </a:ext>
            </a:extLst>
          </p:cNvPr>
          <p:cNvCxnSpPr>
            <a:cxnSpLocks/>
          </p:cNvCxnSpPr>
          <p:nvPr userDrawn="1"/>
        </p:nvCxnSpPr>
        <p:spPr>
          <a:xfrm flipH="1">
            <a:off x="7917324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34E4767E-3447-1F41-A340-7C55E6A9F6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82261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9D338BB9-4D26-4F44-970D-8600E8FF63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2615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330753E-E042-CF45-95CF-2F97180FD9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22615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C2CD3CD8-8E82-4B42-A04F-CF2FC38CF9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2615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20B97F-95CE-E54A-B092-ED9F885DD00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38436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1801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355">
          <p15:clr>
            <a:srgbClr val="FBAE40"/>
          </p15:clr>
        </p15:guide>
        <p15:guide id="3" orient="horz" pos="2431">
          <p15:clr>
            <a:srgbClr val="FBAE40"/>
          </p15:clr>
        </p15:guide>
        <p15:guide id="4" orient="horz" pos="3947">
          <p15:clr>
            <a:srgbClr val="FBAE40"/>
          </p15:clr>
        </p15:guide>
        <p15:guide id="5" orient="horz" pos="4252">
          <p15:clr>
            <a:srgbClr val="FBAE40"/>
          </p15:clr>
        </p15:guide>
        <p15:guide id="6" orient="horz" pos="1135">
          <p15:clr>
            <a:srgbClr val="FBAE40"/>
          </p15:clr>
        </p15:guide>
        <p15:guide id="7" pos="339">
          <p15:clr>
            <a:srgbClr val="FBAE40"/>
          </p15:clr>
        </p15:guide>
        <p15:guide id="8" pos="7344">
          <p15:clr>
            <a:srgbClr val="FBAE40"/>
          </p15:clr>
        </p15:guide>
        <p15:guide id="9" pos="7159">
          <p15:clr>
            <a:srgbClr val="FBAE40"/>
          </p15:clr>
        </p15:guide>
        <p15:guide id="10" pos="6184">
          <p15:clr>
            <a:srgbClr val="FBAE40"/>
          </p15:clr>
        </p15:guide>
        <p15:guide id="11" pos="1499">
          <p15:clr>
            <a:srgbClr val="FBAE40"/>
          </p15:clr>
        </p15:guide>
        <p15:guide id="12" pos="1804">
          <p15:clr>
            <a:srgbClr val="FBAE40"/>
          </p15:clr>
        </p15:guide>
        <p15:guide id="13" pos="2956">
          <p15:clr>
            <a:srgbClr val="FBAE40"/>
          </p15:clr>
        </p15:guide>
        <p15:guide id="14" pos="3261">
          <p15:clr>
            <a:srgbClr val="FBAE40"/>
          </p15:clr>
        </p15:guide>
        <p15:guide id="15" pos="4423">
          <p15:clr>
            <a:srgbClr val="FBAE40"/>
          </p15:clr>
        </p15:guide>
        <p15:guide id="16" pos="4727">
          <p15:clr>
            <a:srgbClr val="FBAE40"/>
          </p15:clr>
        </p15:guide>
        <p15:guide id="17" pos="5879">
          <p15:clr>
            <a:srgbClr val="FBAE40"/>
          </p15:clr>
        </p15:guide>
        <p15:guide id="18" pos="7039">
          <p15:clr>
            <a:srgbClr val="FBAE40"/>
          </p15:clr>
        </p15:guide>
        <p15:guide id="19" orient="horz" pos="43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– Option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476722"/>
            <a:ext cx="1056322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Text and Table – Option 1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599" y="1660419"/>
            <a:ext cx="6536315" cy="4360208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53550" y="1595976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+mj-lt"/>
              </a:defRPr>
            </a:lvl1pPr>
            <a:lvl2pPr>
              <a:lnSpc>
                <a:spcPct val="100000"/>
              </a:lnSpc>
              <a:defRPr b="0" i="0">
                <a:latin typeface="+mj-lt"/>
              </a:defRPr>
            </a:lvl2pPr>
            <a:lvl3pPr>
              <a:lnSpc>
                <a:spcPct val="100000"/>
              </a:lnSpc>
              <a:defRPr b="0" i="0">
                <a:latin typeface="+mj-lt"/>
              </a:defRPr>
            </a:lvl3pPr>
            <a:lvl4pPr>
              <a:lnSpc>
                <a:spcPct val="100000"/>
              </a:lnSpc>
              <a:defRPr b="0" i="0">
                <a:latin typeface="+mj-lt"/>
              </a:defRPr>
            </a:lvl4pPr>
            <a:lvl5pPr>
              <a:lnSpc>
                <a:spcPct val="100000"/>
              </a:lnSpc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5420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0">
          <p15:clr>
            <a:srgbClr val="FBAE40"/>
          </p15:clr>
        </p15:guide>
        <p15:guide id="2" orient="horz" pos="1033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pos="339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pos="4684">
          <p15:clr>
            <a:srgbClr val="FBAE40"/>
          </p15:clr>
        </p15:guide>
        <p15:guide id="9" pos="4904">
          <p15:clr>
            <a:srgbClr val="FBAE40"/>
          </p15:clr>
        </p15:guide>
        <p15:guide id="10" orient="horz" pos="43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- Option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476722"/>
            <a:ext cx="1056322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Text and Table – Option 2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54077" y="1645670"/>
            <a:ext cx="6868771" cy="4351336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599" y="1645670"/>
            <a:ext cx="3790313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+mj-lt"/>
              </a:defRPr>
            </a:lvl1pPr>
            <a:lvl2pPr>
              <a:lnSpc>
                <a:spcPct val="100000"/>
              </a:lnSpc>
              <a:defRPr b="0" i="0">
                <a:latin typeface="+mj-lt"/>
              </a:defRPr>
            </a:lvl2pPr>
            <a:lvl3pPr>
              <a:lnSpc>
                <a:spcPct val="100000"/>
              </a:lnSpc>
              <a:defRPr b="0" i="0">
                <a:latin typeface="+mj-lt"/>
              </a:defRPr>
            </a:lvl3pPr>
            <a:lvl4pPr>
              <a:lnSpc>
                <a:spcPct val="100000"/>
              </a:lnSpc>
              <a:defRPr b="0" i="0">
                <a:latin typeface="+mj-lt"/>
              </a:defRPr>
            </a:lvl4pPr>
            <a:lvl5pPr>
              <a:lnSpc>
                <a:spcPct val="100000"/>
              </a:lnSpc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5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5710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pos="715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orient="horz" pos="3778">
          <p15:clr>
            <a:srgbClr val="FBAE40"/>
          </p15:clr>
        </p15:guide>
        <p15:guide id="6" pos="339">
          <p15:clr>
            <a:srgbClr val="FBAE40"/>
          </p15:clr>
        </p15:guide>
        <p15:guide id="7" pos="2771">
          <p15:clr>
            <a:srgbClr val="FBAE40"/>
          </p15:clr>
        </p15:guide>
        <p15:guide id="8" pos="2999">
          <p15:clr>
            <a:srgbClr val="FBAE40"/>
          </p15:clr>
        </p15:guide>
        <p15:guide id="9" pos="7039">
          <p15:clr>
            <a:srgbClr val="FBAE40"/>
          </p15:clr>
        </p15:guide>
        <p15:guide id="10" pos="731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– Option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476722"/>
            <a:ext cx="1055369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Text and Table – Option 3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+mj-lt"/>
              </a:defRPr>
            </a:lvl1pPr>
            <a:lvl2pPr>
              <a:lnSpc>
                <a:spcPct val="100000"/>
              </a:lnSpc>
              <a:defRPr b="0" i="0">
                <a:latin typeface="+mj-lt"/>
              </a:defRPr>
            </a:lvl2pPr>
            <a:lvl3pPr>
              <a:lnSpc>
                <a:spcPct val="100000"/>
              </a:lnSpc>
              <a:defRPr b="0" i="0">
                <a:latin typeface="+mj-lt"/>
              </a:defRPr>
            </a:lvl3pPr>
            <a:lvl4pPr>
              <a:lnSpc>
                <a:spcPct val="100000"/>
              </a:lnSpc>
              <a:defRPr b="0" i="0">
                <a:latin typeface="+mj-lt"/>
              </a:defRPr>
            </a:lvl4pPr>
            <a:lvl5pPr>
              <a:lnSpc>
                <a:spcPct val="100000"/>
              </a:lnSpc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776509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table2</a:t>
            </a:r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19125" y="1645672"/>
            <a:ext cx="3791251" cy="4351337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7701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432">
          <p15:clr>
            <a:srgbClr val="FBAE40"/>
          </p15:clr>
        </p15:guide>
        <p15:guide id="4" orient="horz" pos="3778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pos="7344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 – Option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792089" y="1645670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+mj-lt"/>
              </a:defRPr>
            </a:lvl1pPr>
            <a:lvl2pPr>
              <a:lnSpc>
                <a:spcPct val="100000"/>
              </a:lnSpc>
              <a:defRPr b="0" i="0">
                <a:latin typeface="+mj-lt"/>
              </a:defRPr>
            </a:lvl2pPr>
            <a:lvl3pPr>
              <a:lnSpc>
                <a:spcPct val="100000"/>
              </a:lnSpc>
              <a:defRPr b="0" i="0">
                <a:latin typeface="+mj-lt"/>
              </a:defRPr>
            </a:lvl3pPr>
            <a:lvl4pPr>
              <a:lnSpc>
                <a:spcPct val="100000"/>
              </a:lnSpc>
              <a:defRPr b="0" i="0">
                <a:latin typeface="+mj-lt"/>
              </a:defRPr>
            </a:lvl4pPr>
            <a:lvl5pPr>
              <a:lnSpc>
                <a:spcPct val="100000"/>
              </a:lnSpc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09603" y="1645672"/>
            <a:ext cx="6824542" cy="4351337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3" y="474011"/>
            <a:ext cx="1056322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Chart with Text – Option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6085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pos="4684">
          <p15:clr>
            <a:srgbClr val="FBAE40"/>
          </p15:clr>
        </p15:guide>
        <p15:guide id="8" pos="4904">
          <p15:clr>
            <a:srgbClr val="FBAE40"/>
          </p15:clr>
        </p15:guide>
        <p15:guide id="9" orient="horz" pos="1033">
          <p15:clr>
            <a:srgbClr val="FBAE40"/>
          </p15:clr>
        </p15:guide>
        <p15:guide id="10" orient="horz" pos="377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 – Option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6359" y="1645670"/>
            <a:ext cx="3863553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+mj-lt"/>
              </a:defRPr>
            </a:lvl1pPr>
            <a:lvl2pPr>
              <a:lnSpc>
                <a:spcPct val="100000"/>
              </a:lnSpc>
              <a:defRPr b="0" i="0">
                <a:latin typeface="+mj-lt"/>
              </a:defRPr>
            </a:lvl2pPr>
            <a:lvl3pPr>
              <a:lnSpc>
                <a:spcPct val="100000"/>
              </a:lnSpc>
              <a:defRPr b="0" i="0">
                <a:latin typeface="+mj-lt"/>
              </a:defRPr>
            </a:lvl3pPr>
            <a:lvl4pPr>
              <a:lnSpc>
                <a:spcPct val="100000"/>
              </a:lnSpc>
              <a:defRPr b="0" i="0">
                <a:latin typeface="+mj-lt"/>
              </a:defRPr>
            </a:lvl4pPr>
            <a:lvl5pPr>
              <a:lnSpc>
                <a:spcPct val="100000"/>
              </a:lnSpc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96E531A0-92C3-364A-A62C-092C6DA655C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54076" y="1645672"/>
            <a:ext cx="6901565" cy="4351337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163" y="474011"/>
            <a:ext cx="1063466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Chart with Text – Option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679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1">
          <p15:clr>
            <a:srgbClr val="FBAE40"/>
          </p15:clr>
        </p15:guide>
        <p15:guide id="10" pos="299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 – Option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+mj-lt"/>
              </a:defRPr>
            </a:lvl1pPr>
            <a:lvl2pPr>
              <a:lnSpc>
                <a:spcPct val="100000"/>
              </a:lnSpc>
              <a:defRPr b="0" i="0">
                <a:latin typeface="+mj-lt"/>
              </a:defRPr>
            </a:lvl2pPr>
            <a:lvl3pPr>
              <a:lnSpc>
                <a:spcPct val="100000"/>
              </a:lnSpc>
              <a:defRPr b="0" i="0">
                <a:latin typeface="+mj-lt"/>
              </a:defRPr>
            </a:lvl3pPr>
            <a:lvl4pPr>
              <a:lnSpc>
                <a:spcPct val="100000"/>
              </a:lnSpc>
              <a:defRPr b="0" i="0">
                <a:latin typeface="+mj-lt"/>
              </a:defRPr>
            </a:lvl4pPr>
            <a:lvl5pPr>
              <a:lnSpc>
                <a:spcPct val="100000"/>
              </a:lnSpc>
              <a:defRPr b="0" i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3" y="1645672"/>
            <a:ext cx="3877796" cy="4351337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374F2BC2-8C3A-6249-AB96-BD5ED2EEC0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76511" y="1645672"/>
            <a:ext cx="3877796" cy="4351337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Chart with Text – Option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999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Analysis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Four Column Analysis - Vertical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927" y="2873929"/>
            <a:ext cx="2358264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178C06-CDE8-6B4D-AE79-44B6A32FB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1073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1553AF-8C1F-B344-9898-52841A7BB9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21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CDFF35E-9476-0E4E-93EF-E59390DAF5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7372" y="2878143"/>
            <a:ext cx="2358269" cy="3119437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419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2911" y="1990853"/>
            <a:ext cx="2358268" cy="604710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80402" y="1988619"/>
            <a:ext cx="2378201" cy="60694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 userDrawn="1"/>
        </p:nvCxnSpPr>
        <p:spPr>
          <a:xfrm>
            <a:off x="3201425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CF75A2-1D3C-6246-B540-552A648A25F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85741"/>
            <a:ext cx="8965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7EAF87-CC91-2A47-8A15-27762B512FBF}"/>
              </a:ext>
            </a:extLst>
          </p:cNvPr>
          <p:cNvCxnSpPr>
            <a:cxnSpLocks/>
          </p:cNvCxnSpPr>
          <p:nvPr userDrawn="1"/>
        </p:nvCxnSpPr>
        <p:spPr>
          <a:xfrm>
            <a:off x="9005224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0461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15">
          <p15:clr>
            <a:srgbClr val="FBAE40"/>
          </p15:clr>
        </p15:guide>
        <p15:guide id="2" orient="horz" pos="1813">
          <p15:clr>
            <a:srgbClr val="FBAE40"/>
          </p15:clr>
        </p15:guide>
        <p15:guide id="3" pos="33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9" orient="horz" pos="3778">
          <p15:clr>
            <a:srgbClr val="FBAE40"/>
          </p15:clr>
        </p15:guide>
        <p15:guide id="10" orient="horz" pos="1635">
          <p15:clr>
            <a:srgbClr val="FBAE40"/>
          </p15:clr>
        </p15:guide>
        <p15:guide id="11" orient="horz" pos="1254">
          <p15:clr>
            <a:srgbClr val="FBAE40"/>
          </p15:clr>
        </p15:guide>
        <p15:guide id="12" orient="horz" pos="4252">
          <p15:clr>
            <a:srgbClr val="FBAE40"/>
          </p15:clr>
        </p15:guide>
        <p15:guide id="13" pos="1839">
          <p15:clr>
            <a:srgbClr val="FBAE40"/>
          </p15:clr>
        </p15:guide>
        <p15:guide id="14" pos="2185">
          <p15:clr>
            <a:srgbClr val="FBAE40"/>
          </p15:clr>
        </p15:guide>
        <p15:guide id="15" pos="3668">
          <p15:clr>
            <a:srgbClr val="FBAE40"/>
          </p15:clr>
        </p15:guide>
        <p15:guide id="16" pos="5507">
          <p15:clr>
            <a:srgbClr val="FBAE40"/>
          </p15:clr>
        </p15:guide>
        <p15:guide id="17" pos="584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ST Analysis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476722"/>
            <a:ext cx="916743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+mj-lt"/>
              </a:defRPr>
            </a:lvl1pPr>
          </a:lstStyle>
          <a:p>
            <a:r>
              <a:rPr lang="en-US"/>
              <a:t>Four Column Analysis - Horizontal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8089" y="1882464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8651" y="1887429"/>
            <a:ext cx="2361684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1" y="3031847"/>
            <a:ext cx="2361684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651" y="4176265"/>
            <a:ext cx="2361684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7084" y="5320684"/>
            <a:ext cx="2361684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tx2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7927" y="2847664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1AE01-0A53-D74B-8BE4-E6490CE5C583}"/>
              </a:ext>
            </a:extLst>
          </p:cNvPr>
          <p:cNvCxnSpPr>
            <a:cxnSpLocks/>
          </p:cNvCxnSpPr>
          <p:nvPr userDrawn="1"/>
        </p:nvCxnSpPr>
        <p:spPr>
          <a:xfrm flipH="1">
            <a:off x="557927" y="3999957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5501F-60A1-6745-A84A-F8EC2892729A}"/>
              </a:ext>
            </a:extLst>
          </p:cNvPr>
          <p:cNvCxnSpPr>
            <a:cxnSpLocks/>
          </p:cNvCxnSpPr>
          <p:nvPr userDrawn="1"/>
        </p:nvCxnSpPr>
        <p:spPr>
          <a:xfrm flipH="1">
            <a:off x="557927" y="5137381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3455D8F-754F-F744-9774-4115CF132E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28089" y="3034757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C42B7F4-16A0-EB4B-9A61-205EEA8D87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28089" y="4179906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5CE8B1B-51DA-AE48-ADBD-6D16542AE6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8089" y="5329959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85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39">
          <p15:clr>
            <a:srgbClr val="FBAE40"/>
          </p15:clr>
        </p15:guide>
        <p15:guide id="2" orient="horz" pos="3837">
          <p15:clr>
            <a:srgbClr val="FBAE40"/>
          </p15:clr>
        </p15:guide>
        <p15:guide id="3" pos="7159">
          <p15:clr>
            <a:srgbClr val="FBAE40"/>
          </p15:clr>
        </p15:guide>
        <p15:guide id="4" pos="336" userDrawn="1">
          <p15:clr>
            <a:srgbClr val="FBAE40"/>
          </p15:clr>
        </p15:guide>
        <p15:guide id="5" pos="1872" userDrawn="1">
          <p15:clr>
            <a:srgbClr val="FBAE40"/>
          </p15:clr>
        </p15:guide>
        <p15:guide id="6" pos="2092">
          <p15:clr>
            <a:srgbClr val="FBAE40"/>
          </p15:clr>
        </p15:guide>
        <p15:guide id="7" pos="7344">
          <p15:clr>
            <a:srgbClr val="FBAE40"/>
          </p15:clr>
        </p15:guide>
        <p15:guide id="8" orient="horz" pos="3354">
          <p15:clr>
            <a:srgbClr val="FBAE40"/>
          </p15:clr>
        </p15:guide>
        <p15:guide id="9" orient="horz" pos="3117">
          <p15:clr>
            <a:srgbClr val="FBAE40"/>
          </p15:clr>
        </p15:guide>
        <p15:guide id="10" orient="horz" pos="2634">
          <p15:clr>
            <a:srgbClr val="FBAE40"/>
          </p15:clr>
        </p15:guide>
        <p15:guide id="11" orient="horz" pos="2397">
          <p15:clr>
            <a:srgbClr val="FBAE40"/>
          </p15:clr>
        </p15:guide>
        <p15:guide id="12" orient="horz" pos="1906">
          <p15:clr>
            <a:srgbClr val="FBAE40"/>
          </p15:clr>
        </p15:guide>
        <p15:guide id="13" orient="horz" pos="1677">
          <p15:clr>
            <a:srgbClr val="FBAE40"/>
          </p15:clr>
        </p15:guide>
        <p15:guide id="14" orient="horz" pos="1186">
          <p15:clr>
            <a:srgbClr val="FBAE40"/>
          </p15:clr>
        </p15:guide>
        <p15:guide id="15" orient="horz" pos="432">
          <p15:clr>
            <a:srgbClr val="FBAE40"/>
          </p15:clr>
        </p15:guide>
        <p15:guide id="16" orient="horz" pos="425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t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6186C-701A-BC45-AC88-392EAFC5BB8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1562578"/>
              </p:ext>
            </p:extLst>
          </p:nvPr>
        </p:nvGraphicFramePr>
        <p:xfrm>
          <a:off x="817760" y="1531933"/>
          <a:ext cx="10031706" cy="466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5981043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416806683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0410059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11855810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63548254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33900521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4059563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49573802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8399602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91852449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56993632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11072268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50500902"/>
                    </a:ext>
                  </a:extLst>
                </a:gridCol>
              </a:tblGrid>
              <a:tr h="618332"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Apr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Aug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71151"/>
                  </a:ext>
                </a:extLst>
              </a:tr>
              <a:tr h="4051430"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24781"/>
                  </a:ext>
                </a:extLst>
              </a:tr>
            </a:tbl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95867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Assignment and Project Timelines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884DB4-8724-2444-AC73-01BDA7C1B2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359" y="200990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D305F03-5586-5E4F-81F2-236A9DB36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1565" y="3052038"/>
            <a:ext cx="3910361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DB0538-1629-4B42-A56E-318B4C7952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359" y="253136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75659CF-3622-2743-851F-8923DB01AF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89038" y="3574264"/>
            <a:ext cx="2988527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7ABE6A-4FF3-9543-84D7-72D8B9B04E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6359" y="3052812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CE93C9B-BDFA-DA48-9722-93E7AC19B4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60029" y="4102225"/>
            <a:ext cx="7036264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7FE31FF-EFEA-774A-B412-A17BCCF565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359" y="3574264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06182F5-CA73-9548-8C9E-778C0D79C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2383" y="4617168"/>
            <a:ext cx="4832196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E7B252-5204-C54B-B2AB-728EAAD287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6359" y="4095716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6352348-FB9A-0C4E-AC97-1B51444891A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81564" y="5138620"/>
            <a:ext cx="5332965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8E1BFD4-3A5E-8641-9D2F-00409E3793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6359" y="5660073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6AA6E42-ABF6-0042-B39E-9D863B855B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1737" y="5660073"/>
            <a:ext cx="6452837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A47D090-BD26-A34F-A587-274164E562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6359" y="461716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6E947712-F350-C94B-A96E-F9EF11B0DC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6359" y="513862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Task 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55B41E2F-B664-B64E-A6F2-0F2A19DCC05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19706" y="2539082"/>
            <a:ext cx="5657387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E61344E7-7C91-2348-832A-A007EEA0A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868360" y="2011556"/>
            <a:ext cx="4277293" cy="256734"/>
          </a:xfrm>
          <a:solidFill>
            <a:srgbClr val="0D234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608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905">
          <p15:clr>
            <a:srgbClr val="FBAE40"/>
          </p15:clr>
        </p15:guide>
        <p15:guide id="7" orient="horz" pos="966">
          <p15:clr>
            <a:srgbClr val="FBAE40"/>
          </p15:clr>
        </p15:guide>
        <p15:guide id="8" pos="788">
          <p15:clr>
            <a:srgbClr val="FBAE40"/>
          </p15:clr>
        </p15:guide>
        <p15:guide id="9" orient="horz" pos="4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17C-386C-B843-5086-F80D7772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744200" cy="1119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9A4C6-A648-F878-912A-05664596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35771-8948-5F20-4079-A4EACF2E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37A81-F7E3-71F9-4DC1-EC5A0754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95440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7822-151E-B73D-C3DD-06F22451D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186609"/>
            <a:ext cx="10658061" cy="2637183"/>
          </a:xfrm>
          <a:ln>
            <a:solidFill>
              <a:srgbClr val="0D2345"/>
            </a:solidFill>
          </a:ln>
        </p:spPr>
        <p:txBody>
          <a:bodyPr>
            <a:noAutofit/>
          </a:bodyPr>
          <a:lstStyle>
            <a:lvl1pPr>
              <a:defRPr sz="6000"/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Thank You!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915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C0D93-A154-9415-67E4-EF1678E0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A9847-D0F5-9FED-AED4-2A78D9BA8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2A594-655C-34D1-0376-6E507D7EA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F7CF0-8C3E-1446-A69D-B07FC2C3F2A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BF5E-7443-7330-5D5B-324E64424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C50EA-5A37-330A-6C9E-4A61A1DC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3B850-6434-CD41-AAB4-825BF7E11BBB}" type="slidenum">
              <a:rPr lang="en-US" smtClean="0"/>
              <a:t>‹#›</a:t>
            </a:fld>
            <a:endParaRPr lang="en-US"/>
          </a:p>
        </p:txBody>
      </p:sp>
    </p:spTree>
    <p:custDataLst>
      <p:tags r:id="rId34"/>
    </p:custDataLst>
    <p:extLst>
      <p:ext uri="{BB962C8B-B14F-4D97-AF65-F5344CB8AC3E}">
        <p14:creationId xmlns:p14="http://schemas.microsoft.com/office/powerpoint/2010/main" val="30806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77" r:id="rId6"/>
    <p:sldLayoutId id="2147483679" r:id="rId7"/>
    <p:sldLayoutId id="2147483680" r:id="rId8"/>
    <p:sldLayoutId id="2147483654" r:id="rId9"/>
    <p:sldLayoutId id="2147483658" r:id="rId10"/>
    <p:sldLayoutId id="2147483678" r:id="rId11"/>
    <p:sldLayoutId id="2147483655" r:id="rId12"/>
    <p:sldLayoutId id="2147483656" r:id="rId13"/>
    <p:sldLayoutId id="2147483661" r:id="rId14"/>
    <p:sldLayoutId id="2147483657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60" r:id="rId31"/>
    <p:sldLayoutId id="2147483681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D2345"/>
          </a:solidFill>
          <a:latin typeface="+mj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D2345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D2345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D2345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D2345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7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8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9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0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4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6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hostos.cuny.edu/edtech/faculty/teaching-with-technology/instructional-design/addie/" TargetMode="External"/><Relationship Id="rId3" Type="http://schemas.openxmlformats.org/officeDocument/2006/relationships/notesSlide" Target="../notesSlides/notesSlide23.xml"/><Relationship Id="rId7" Type="http://schemas.openxmlformats.org/officeDocument/2006/relationships/hyperlink" Target="https://tll.mit.edu/teaching-resources/course-design/backward-design/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7.xml"/><Relationship Id="rId6" Type="http://schemas.openxmlformats.org/officeDocument/2006/relationships/hyperlink" Target="https://oscqr.suny.edu/" TargetMode="External"/><Relationship Id="rId5" Type="http://schemas.openxmlformats.org/officeDocument/2006/relationships/hyperlink" Target="https://aistudio.google.com/prompts/new_chat" TargetMode="External"/><Relationship Id="rId10" Type="http://schemas.openxmlformats.org/officeDocument/2006/relationships/hyperlink" Target="https://medium.com/@CobiOneCanobi/why-prompt-engineering-is-the-most-important-ai-skill-youre-not-learning-7432dc9e7aff" TargetMode="External"/><Relationship Id="rId4" Type="http://schemas.openxmlformats.org/officeDocument/2006/relationships/hyperlink" Target="https://wcet.wiche.edu/frontiers/2021/08/26/rsi-refresh-sharing-our-best-interpretation-guidance-requirements/" TargetMode="External"/><Relationship Id="rId9" Type="http://schemas.openxmlformats.org/officeDocument/2006/relationships/hyperlink" Target="https://grow.google/prompting-essentials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B244-FE79-479B-2A25-D0749FE2D1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15" y="3218688"/>
            <a:ext cx="10952601" cy="11476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/>
              <a:t>A Holistic Framework for AI-Enhanced, Accessible Online Course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AD08E-6D0A-45A7-91DA-8C2A0CF325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Saroj Lamichhane</a:t>
            </a:r>
          </a:p>
          <a:p>
            <a:r>
              <a:rPr lang="en-US" i="1"/>
              <a:t>Instructional Designer II, Texas A&amp;M University-Texarkana</a:t>
            </a:r>
          </a:p>
        </p:txBody>
      </p:sp>
      <p:pic>
        <p:nvPicPr>
          <p:cNvPr descr="" id="1026" name="Picture 2">
            <a:extLst>
              <a:ext uri="{FF2B5EF4-FFF2-40B4-BE49-F238E27FC236}">
                <a16:creationId xmlns:a16="http://schemas.microsoft.com/office/drawing/2014/main" id="{B389D4E7-74E3-E5E3-AD5B-2F5853537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1643" y="752092"/>
            <a:ext cx="4657726" cy="74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954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647A-5620-B4F8-9B28-143B9474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/>
              <a:t>Session Learning Outcomes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47B55-B4E6-6E31-1B09-812A448789B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81025" y="2032318"/>
            <a:ext cx="10099167" cy="2045906"/>
          </a:xfrm>
          <a:effectLst>
            <a:glow rad="1866900">
              <a:schemeClr val="accent1"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fontAlgn="base"/>
            <a:r>
              <a:rPr lang="en-US" sz="2400"/>
              <a:t>Implement structured course mapping for alignment. </a:t>
            </a:r>
          </a:p>
          <a:p>
            <a:pPr fontAlgn="base"/>
            <a:r>
              <a:rPr lang="en-US" sz="2400"/>
              <a:t>Integrate ADDIE and Backward Design models simultaneously. </a:t>
            </a:r>
          </a:p>
          <a:p>
            <a:pPr fontAlgn="base"/>
            <a:r>
              <a:rPr lang="en-US" sz="2400"/>
              <a:t>Apply standards-based implementation for accessibility (WCAG 2.1 AA). </a:t>
            </a:r>
          </a:p>
          <a:p>
            <a:pPr fontAlgn="base"/>
            <a:r>
              <a:rPr lang="en-US" sz="2400"/>
              <a:t>Integrate generative AI for content refinement and ethical student use. </a:t>
            </a:r>
          </a:p>
        </p:txBody>
      </p:sp>
      <p:sp>
        <p:nvSpPr>
          <p:cNvPr id="4" name="AutoShape 4" descr="Creative Light Bulb Innovation Concept Transparent Background, Light Bulb,  Innovation, Technology PNG Transparent Image and Clipart for Free Download">
            <a:extLst>
              <a:ext uri="{FF2B5EF4-FFF2-40B4-BE49-F238E27FC236}">
                <a16:creationId xmlns:a16="http://schemas.microsoft.com/office/drawing/2014/main" id="{FCAF2D8A-05AC-099B-7E2B-234492D9F9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718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B57E4EE-4EF3-052A-8CB7-95BA965AEE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r>
              <a:rPr lang="en-US"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Q1: Do you currently have a formal process/framework for AI integration in course design?</a:t>
            </a:r>
            <a:br>
              <a:rPr lang="en-US"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Q2: Which stage of ADDIE do you find most challenging to maintain in asynchronous environments? </a:t>
            </a:r>
            <a:br>
              <a:rPr lang="en-US"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6849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" id="3" name="Picture 2">
            <a:extLst>
              <a:ext uri="{FF2B5EF4-FFF2-40B4-BE49-F238E27FC236}">
                <a16:creationId xmlns:a16="http://schemas.microsoft.com/office/drawing/2014/main" id="{4F155177-FFC6-3A1D-413C-2E10D60FD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extBox 43">
            <a:extLst>
              <a:ext uri="{FF2B5EF4-FFF2-40B4-BE49-F238E27FC236}">
                <a16:creationId xmlns:a16="http://schemas.microsoft.com/office/drawing/2014/main" id="{389348CE-DB84-F878-EB82-587EFBAD5E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32913" y="506386"/>
            <a:ext cx="3846476" cy="110286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uli Heavy"/>
                <a:cs typeface="Muli Heavy"/>
                <a:sym typeface="Muli Heavy"/>
              </a:rPr>
              <a:t>UNIV 1100 Course Design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3F0FDD-D2CA-E138-C025-82F9C84F2D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476722"/>
            <a:ext cx="10658474" cy="768545"/>
          </a:xfrm>
        </p:spPr>
        <p:txBody>
          <a:bodyPr>
            <a:normAutofit/>
          </a:bodyPr>
          <a:lstStyle/>
          <a:p>
            <a:r>
              <a:rPr lang="en-US" b="0"/>
              <a:t>The University Foundation Course Challenge</a:t>
            </a: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A49527-CA60-28C9-2C8C-90307AE22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Course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A8A513-116B-FED0-5C9D-A23FBBF4DA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Autofit/>
          </a:bodyPr>
          <a:lstStyle/>
          <a:p>
            <a:r>
              <a:rPr lang="en-US" sz="2400"/>
              <a:t>1-credit freshmen </a:t>
            </a:r>
            <a:r>
              <a:rPr lang="en-US" sz="2400">
                <a:solidFill>
                  <a:srgbClr val="011E41"/>
                </a:solidFill>
              </a:rPr>
              <a:t>required</a:t>
            </a:r>
            <a:r>
              <a:rPr lang="en-US" sz="2400"/>
              <a:t> course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1889C-ACA5-093C-F3CE-9248F74735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Shift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E70CEA2-7425-AD2B-4EB2-7B7D96016A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2400"/>
              <a:t>Moving from in-person to asynchronous online for all students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85E94-DE65-9A65-EE53-A992179B5E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Challenge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C45650-A5DF-CEE2-CCBD-9B8F9EAC1F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28089" y="3914729"/>
            <a:ext cx="8327553" cy="1258869"/>
          </a:xfrm>
        </p:spPr>
        <p:txBody>
          <a:bodyPr>
            <a:noAutofit/>
          </a:bodyPr>
          <a:lstStyle/>
          <a:p>
            <a:r>
              <a:rPr lang="en-US" sz="2400"/>
              <a:t>Utilizing engagement and accessibility practices to remove barriers for first-year students in an online environment.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425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858663-9A2D-EB91-FCE4-DA36CB9C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ADDIE + Backward Design Models</a:t>
            </a:r>
          </a:p>
        </p:txBody>
      </p:sp>
      <p:pic>
        <p:nvPicPr>
          <p:cNvPr id="3082" name="Picture 10" descr="A flow diagram illustrates an iterative process centered around &quot;Evaluation.&quot; The cycle begins with &quot;Analyze,&quot; progresses to &quot;Design,&quot; then to &quot;Development,&quot; and finally to &quot;Implement,&quot; before looping back to &quot;Analyze.&quot; Each transition between these stages is marked by an opportunity for &quot;revision.&quot; Additionally, &quot;Evaluation&quot; in the center influences and is influenced by all other stages.">
            <a:extLst>
              <a:ext uri="{FF2B5EF4-FFF2-40B4-BE49-F238E27FC236}">
                <a16:creationId xmlns:a16="http://schemas.microsoft.com/office/drawing/2014/main" id="{64FF1A9F-5793-D2BC-5DC7-7D8E7412C7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" t="4453" r="11760" b="4949"/>
          <a:stretch>
            <a:fillRect/>
          </a:stretch>
        </p:blipFill>
        <p:spPr bwMode="auto">
          <a:xfrm>
            <a:off x="1194304" y="2228213"/>
            <a:ext cx="4319998" cy="240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2A7E3AC-5FAA-6E93-BEB1-5DF28AC67155}"/>
              </a:ext>
            </a:extLst>
          </p:cNvPr>
          <p:cNvSpPr/>
          <p:nvPr/>
        </p:nvSpPr>
        <p:spPr>
          <a:xfrm>
            <a:off x="1436099" y="4847654"/>
            <a:ext cx="4320000" cy="720000"/>
          </a:xfrm>
          <a:custGeom>
            <a:avLst/>
            <a:gdLst>
              <a:gd name="connsiteX0" fmla="*/ 0 w 4320000"/>
              <a:gd name="connsiteY0" fmla="*/ 0 h 720000"/>
              <a:gd name="connsiteX1" fmla="*/ 4320000 w 4320000"/>
              <a:gd name="connsiteY1" fmla="*/ 0 h 720000"/>
              <a:gd name="connsiteX2" fmla="*/ 4320000 w 4320000"/>
              <a:gd name="connsiteY2" fmla="*/ 720000 h 720000"/>
              <a:gd name="connsiteX3" fmla="*/ 0 w 4320000"/>
              <a:gd name="connsiteY3" fmla="*/ 720000 h 720000"/>
              <a:gd name="connsiteX4" fmla="*/ 0 w 432000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7556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kern="1200"/>
              <a:t>ADDIE: A process driven approach (Analysis, Design, Develop, Implement, and Evaluate). </a:t>
            </a:r>
          </a:p>
        </p:txBody>
      </p:sp>
      <p:pic>
        <p:nvPicPr>
          <p:cNvPr id="4" name="Picture 3" descr="Flowchart with three vertically stacked boxes connected by downward arrows: “Identify desired results,” “Determine acceptable evidence,” and “Plan learning experience and instruction.”">
            <a:extLst>
              <a:ext uri="{FF2B5EF4-FFF2-40B4-BE49-F238E27FC236}">
                <a16:creationId xmlns:a16="http://schemas.microsoft.com/office/drawing/2014/main" id="{93CBBFE2-6624-A342-0E06-963744A24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700" y="2200572"/>
            <a:ext cx="4991797" cy="2429214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D7FD9B0-3B05-0A93-C14E-026F7B93890C}"/>
              </a:ext>
            </a:extLst>
          </p:cNvPr>
          <p:cNvSpPr/>
          <p:nvPr/>
        </p:nvSpPr>
        <p:spPr>
          <a:xfrm>
            <a:off x="6512098" y="4847654"/>
            <a:ext cx="4746451" cy="720000"/>
          </a:xfrm>
          <a:custGeom>
            <a:avLst/>
            <a:gdLst>
              <a:gd name="connsiteX0" fmla="*/ 0 w 4320000"/>
              <a:gd name="connsiteY0" fmla="*/ 0 h 720000"/>
              <a:gd name="connsiteX1" fmla="*/ 4320000 w 4320000"/>
              <a:gd name="connsiteY1" fmla="*/ 0 h 720000"/>
              <a:gd name="connsiteX2" fmla="*/ 4320000 w 4320000"/>
              <a:gd name="connsiteY2" fmla="*/ 720000 h 720000"/>
              <a:gd name="connsiteX3" fmla="*/ 0 w 4320000"/>
              <a:gd name="connsiteY3" fmla="*/ 720000 h 720000"/>
              <a:gd name="connsiteX4" fmla="*/ 0 w 432000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7556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kern="1200"/>
              <a:t>Backward Design: </a:t>
            </a:r>
            <a:r>
              <a:rPr lang="en-US" sz="1700" kern="1200"/>
              <a:t>Starting with the ‘End in Mind.'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972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DDD9-36C4-8096-5761-ECD0C36B3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Course Mapping for Alignment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E265B-DADC-6FD4-C78B-6F605DEF8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8800"/>
            <a:ext cx="4819650" cy="4343400"/>
          </a:xfrm>
        </p:spPr>
        <p:txBody>
          <a:bodyPr>
            <a:normAutofit/>
          </a:bodyPr>
          <a:lstStyle/>
          <a:p>
            <a:r>
              <a:rPr lang="en-US" sz="2400" b="1"/>
              <a:t>The Course Map Template</a:t>
            </a:r>
            <a:r>
              <a:rPr lang="en-US" sz="2400"/>
              <a:t>: Ensuring consistency across 8 modules.</a:t>
            </a:r>
          </a:p>
          <a:p>
            <a:r>
              <a:rPr lang="en-US" sz="2400" b="1"/>
              <a:t>Alignment Tracking: </a:t>
            </a:r>
            <a:r>
              <a:rPr lang="en-US" sz="2400"/>
              <a:t>Objectives, Assessments and Learning Materials.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A46444-9E67-FDB5-98BE-7D49D9537DCE}"/>
              </a:ext>
            </a:extLst>
          </p:cNvPr>
          <p:cNvSpPr/>
          <p:nvPr/>
        </p:nvSpPr>
        <p:spPr>
          <a:xfrm>
            <a:off x="6810375" y="1828800"/>
            <a:ext cx="4657725" cy="4664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Learning Activities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70469B-779F-559F-0B45-B5D07CA5858A}"/>
              </a:ext>
            </a:extLst>
          </p:cNvPr>
          <p:cNvSpPr/>
          <p:nvPr/>
        </p:nvSpPr>
        <p:spPr>
          <a:xfrm>
            <a:off x="7810500" y="2790824"/>
            <a:ext cx="2505075" cy="2886075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Assessments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E2FA96-4F80-4F41-D09F-17F188B87FA2}"/>
              </a:ext>
            </a:extLst>
          </p:cNvPr>
          <p:cNvSpPr/>
          <p:nvPr/>
        </p:nvSpPr>
        <p:spPr>
          <a:xfrm>
            <a:off x="8343899" y="4000500"/>
            <a:ext cx="1552575" cy="1381125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2"/>
                </a:solidFill>
              </a:rPr>
              <a:t>Learning Outcomes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0623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BBA7-3971-1F1D-AE15-A6D177C1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C227-BE06-7CF7-8BEE-BB085143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Course Mapping in Practice</a:t>
            </a:r>
            <a:endParaRPr lang="en-US"/>
          </a:p>
        </p:txBody>
      </p:sp>
      <p:pic>
        <p:nvPicPr>
          <p:cNvPr id="10" name="Picture 9" descr="This image displays a table providing a detailed breakdown of course modules, likely for an educational program. The table columns are &quot;Module,&quot; &quot;Module Objectives,&quot; &quot;Learning Materials,&quot; &quot;Individual Learning Activities,&quot; &quot;Group Learning Activities,&quot; and &quot;Assessments.&quot;&#10;">
            <a:extLst>
              <a:ext uri="{FF2B5EF4-FFF2-40B4-BE49-F238E27FC236}">
                <a16:creationId xmlns:a16="http://schemas.microsoft.com/office/drawing/2014/main" id="{AAB6FA84-A610-5009-12D4-C4AB46DA1E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1" t="24335"/>
          <a:stretch>
            <a:fillRect/>
          </a:stretch>
        </p:blipFill>
        <p:spPr>
          <a:xfrm>
            <a:off x="638175" y="1581150"/>
            <a:ext cx="10982325" cy="4534607"/>
          </a:xfrm>
          <a:prstGeom prst="rect">
            <a:avLst/>
          </a:prstGeom>
          <a:ln>
            <a:solidFill>
              <a:srgbClr val="011E4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4212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36A68-3B4F-BA3B-E78E-BF955C8E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2E25F23-DC4B-A7B9-A9F8-59265F3C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Microsoft Teams for Collaboration</a:t>
            </a:r>
          </a:p>
        </p:txBody>
      </p:sp>
      <p:pic>
        <p:nvPicPr>
          <p:cNvPr id="8" name="Picture 7" descr="A Microsoft Teams file sharing interface shows eight folders, &quot;Module 1&quot; through &quot;Module 8,&quot;, under the &quot;First Year Experience&quot; channel's &quot;Documents &gt; Modules&quot; path.&#10;">
            <a:extLst>
              <a:ext uri="{FF2B5EF4-FFF2-40B4-BE49-F238E27FC236}">
                <a16:creationId xmlns:a16="http://schemas.microsoft.com/office/drawing/2014/main" id="{9C751C92-1851-3ABC-C98D-8F76A451E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1852668"/>
            <a:ext cx="4214283" cy="4235460"/>
          </a:xfrm>
          <a:prstGeom prst="rect">
            <a:avLst/>
          </a:prstGeom>
        </p:spPr>
      </p:pic>
      <p:pic>
        <p:nvPicPr>
          <p:cNvPr id="12" name="Picture 11" descr="A Microsoft Teams file sharing interface displays two files within &quot;Module 1&quot; of the &quot;First Year Experience&quot; channel: &quot;Module 1 Content.docx.url&quot; and &quot;SMART Goals Action Plan.pdf.&quot;">
            <a:extLst>
              <a:ext uri="{FF2B5EF4-FFF2-40B4-BE49-F238E27FC236}">
                <a16:creationId xmlns:a16="http://schemas.microsoft.com/office/drawing/2014/main" id="{BB49A535-6C63-F742-4107-09BFB4219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2467239"/>
            <a:ext cx="5291667" cy="31617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2616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C95-4B2E-6D64-2EE0-80BB12F7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Accessibility by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7BCCA-876A-488A-F3BD-62AB2E3A60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fontAlgn="base"/>
            <a:r>
              <a:rPr lang="en-US"/>
              <a:t>Proactive vs. Reactive Remediation</a:t>
            </a:r>
          </a:p>
          <a:p>
            <a:pPr fontAlgn="base"/>
            <a:r>
              <a:rPr lang="en-US"/>
              <a:t>Following WCAG 2.1 AA standards for all Word, PPT, and PDF materials</a:t>
            </a:r>
          </a:p>
          <a:p>
            <a:pPr fontAlgn="base"/>
            <a:r>
              <a:rPr lang="en-US"/>
              <a:t>Closed captions for are required for recorded media under WCAG (SC1.2.2).</a:t>
            </a:r>
          </a:p>
          <a:p>
            <a:r>
              <a:rPr lang="en-US"/>
              <a:t>Utilizing external links where appropriate to allow for flexibility in addressing specific accommodation requests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9430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0B2E-93F3-4EFE-455A-D645FDDE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strike="sngStrike"/>
              <a:t>Reactive</a:t>
            </a:r>
            <a:r>
              <a:rPr lang="en-US" b="0"/>
              <a:t> Proactive in Action</a:t>
            </a:r>
          </a:p>
        </p:txBody>
      </p:sp>
      <p:pic>
        <p:nvPicPr>
          <p:cNvPr id="4" name="Picture 3" descr="A Canvas page outlines &quot;Module 1: Setting Goals,&quot; detailing learning objectives (define SMART goals, draft academic/career goals, critique goals), learning materials (self-assessments, SMART goal resources), and individual assignments (surveys, mentor meetings, quiz, discussion posts).&#10;">
            <a:extLst>
              <a:ext uri="{FF2B5EF4-FFF2-40B4-BE49-F238E27FC236}">
                <a16:creationId xmlns:a16="http://schemas.microsoft.com/office/drawing/2014/main" id="{E704DE2E-02B8-35FC-77E2-26E3F5843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14" y="1332642"/>
            <a:ext cx="9201162" cy="519798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DDDDF5-7F15-4B03-4542-E74F6CEE8974}"/>
              </a:ext>
            </a:extLst>
          </p:cNvPr>
          <p:cNvSpPr txBox="1">
            <a:spLocks/>
          </p:cNvSpPr>
          <p:nvPr/>
        </p:nvSpPr>
        <p:spPr>
          <a:xfrm>
            <a:off x="7458075" y="4576832"/>
            <a:ext cx="3543300" cy="1600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/>
              <a:t>Used </a:t>
            </a:r>
            <a:r>
              <a:rPr lang="en-US" b="1"/>
              <a:t>Canvas Pages </a:t>
            </a:r>
            <a:r>
              <a:rPr lang="en-US"/>
              <a:t>wherever possible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6371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A6266-7A26-EA87-6AD2-997CC0D2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AI as an Instructional Design Assistant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16581-D3A6-27E3-7390-4FC32C17C3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fontAlgn="base"/>
            <a:r>
              <a:rPr lang="en-US" b="1"/>
              <a:t>Tool: </a:t>
            </a:r>
            <a:r>
              <a:rPr lang="en-US"/>
              <a:t>Google AI Studio for content refinement – </a:t>
            </a:r>
            <a:r>
              <a:rPr lang="en-US" b="1"/>
              <a:t>Role-based prompting </a:t>
            </a:r>
          </a:p>
          <a:p>
            <a:pPr fontAlgn="base"/>
            <a:r>
              <a:rPr lang="en-US" b="1"/>
              <a:t>Application: </a:t>
            </a:r>
            <a:r>
              <a:rPr lang="en-US"/>
              <a:t>Improving clarity, conciseness, and tone for first year undergraduate students</a:t>
            </a:r>
          </a:p>
          <a:p>
            <a:pPr fontAlgn="base"/>
            <a:r>
              <a:rPr lang="en-US"/>
              <a:t>Ensuring AI output adheres to the "</a:t>
            </a:r>
            <a:r>
              <a:rPr lang="en-US" b="1"/>
              <a:t>Human-in-the-loop</a:t>
            </a:r>
            <a:r>
              <a:rPr lang="en-US"/>
              <a:t>" principle </a:t>
            </a:r>
          </a:p>
          <a:p>
            <a:pPr fontAlgn="base"/>
            <a:r>
              <a:rPr lang="en-US"/>
              <a:t>Save time or Time Consuming for accessibility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4097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B6285-2BBA-8F92-7B85-8DE41F70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AB99-AF1F-2D1E-E4E7-46EEE89D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The TCREI Prompt Framework</a:t>
            </a:r>
          </a:p>
        </p:txBody>
      </p:sp>
      <p:pic>
        <p:nvPicPr>
          <p:cNvPr id="4098" name="Picture 2" descr="A five-step TCREI Prompt framework: Task (what AI should do), Context (background info), References (examples for AI), Evaluate (check AI response), and Iterate (improve prompt).&#10;">
            <a:extLst>
              <a:ext uri="{FF2B5EF4-FFF2-40B4-BE49-F238E27FC236}">
                <a16:creationId xmlns:a16="http://schemas.microsoft.com/office/drawing/2014/main" id="{93D6DAFD-80CD-3422-59E3-FD6A630426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8" t="22749" r="7317"/>
          <a:stretch>
            <a:fillRect/>
          </a:stretch>
        </p:blipFill>
        <p:spPr bwMode="auto">
          <a:xfrm>
            <a:off x="1775309" y="1484244"/>
            <a:ext cx="8441355" cy="4324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490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9556-D8F9-002B-116F-D57B4660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F7A2-D1CA-6FD7-46DD-DC8D3254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AI Prompt in Action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9582EC-24C2-62AB-8AF3-62FE84438FD4}"/>
              </a:ext>
            </a:extLst>
          </p:cNvPr>
          <p:cNvSpPr txBox="1">
            <a:spLocks/>
          </p:cNvSpPr>
          <p:nvPr/>
        </p:nvSpPr>
        <p:spPr>
          <a:xfrm>
            <a:off x="638175" y="1709928"/>
            <a:ext cx="8813834" cy="4782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You are a professional instructional designer with over 40 years of experience. You are supporting the development of a course titled </a:t>
            </a:r>
            <a:r>
              <a:rPr lang="en-US" sz="1800" b="1"/>
              <a:t>[Course Name] </a:t>
            </a:r>
            <a:r>
              <a:rPr lang="en-US" sz="1800"/>
              <a:t>for first-year students at </a:t>
            </a:r>
            <a:r>
              <a:rPr lang="en-US" sz="1800" b="1"/>
              <a:t>[University Name]</a:t>
            </a:r>
            <a:r>
              <a:rPr lang="en-US" sz="1800"/>
              <a:t>. Your primary role is to assist another instructional designer by reviewing provided documents and providing recommendation on the content and layout that must meet the following requirements:</a:t>
            </a:r>
          </a:p>
          <a:p>
            <a:r>
              <a:rPr lang="en-US" sz="1800" b="1"/>
              <a:t>Adheres to OSCQR (Open SUNY Course Quality Review) standards</a:t>
            </a:r>
          </a:p>
          <a:p>
            <a:r>
              <a:rPr lang="en-US" sz="1800" b="1"/>
              <a:t>Complies with Web Content Accessibility Guidelines 2.1 AA.</a:t>
            </a:r>
          </a:p>
          <a:p>
            <a:pPr marL="0" indent="0">
              <a:buNone/>
            </a:pPr>
            <a:r>
              <a:rPr lang="en-US" sz="1800"/>
              <a:t>You may be asked to create, suggest, or revise course materials, including module objectives, learning activities, and assessments, based on the documents provided.</a:t>
            </a:r>
          </a:p>
          <a:p>
            <a:pPr marL="0" indent="0">
              <a:buNone/>
            </a:pPr>
            <a:r>
              <a:rPr lang="en-US" sz="1800"/>
              <a:t>⚠️ Important Instruction:</a:t>
            </a:r>
            <a:br>
              <a:rPr lang="en-US" sz="1800"/>
            </a:br>
            <a:r>
              <a:rPr lang="en-US" sz="1800"/>
              <a:t>If you are asked to complete a task that is the responsibility of the course faculty—such as selecting final course grades, determining official course outcomes, choosing textbooks, or making academic decisions—do not perform that task.</a:t>
            </a:r>
            <a:br>
              <a:rPr lang="en-US" sz="1800"/>
            </a:br>
            <a:r>
              <a:rPr lang="en-US" sz="1800"/>
              <a:t>Instead, respond with the following message:</a:t>
            </a:r>
            <a:br>
              <a:rPr lang="en-US" sz="1800"/>
            </a:br>
            <a:r>
              <a:rPr lang="en-US" sz="1800"/>
              <a:t>""This task must be completed by faculty.""</a:t>
            </a:r>
          </a:p>
          <a:p>
            <a:pPr marL="0" indent="0">
              <a:buNone/>
            </a:pPr>
            <a:r>
              <a:rPr lang="en-US" sz="1800"/>
              <a:t>Always maintain a clear boundary between instructional design support and faculty responsibilities</a:t>
            </a:r>
          </a:p>
        </p:txBody>
      </p:sp>
      <p:pic>
        <p:nvPicPr>
          <p:cNvPr id="4" name="Picture 3" descr="A cropped image showing a vertical stack of colored blocks labeled: Task (yellow), Context (teal), References (blue), Evaluate (pink), and Iterate (green).&#10;">
            <a:extLst>
              <a:ext uri="{FF2B5EF4-FFF2-40B4-BE49-F238E27FC236}">
                <a16:creationId xmlns:a16="http://schemas.microsoft.com/office/drawing/2014/main" id="{2C63A3F2-D30A-A6E2-8117-E76E9D192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114" y="2148503"/>
            <a:ext cx="1514686" cy="39057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8165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2CDEA-574D-7A7D-16BA-AEC98AA2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170A3-D150-5EB3-E187-C2ED4D1D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AI Output for Course Structure</a:t>
            </a:r>
          </a:p>
        </p:txBody>
      </p:sp>
      <p:pic>
        <p:nvPicPr>
          <p:cNvPr id="7" name="Picture 6" descr="A suggested Canvas module layout shows &quot;Start Here&quot; with welcome pages, syllabus, instructor info, resources, a discussion, and a quiz. &quot;Module 1: Goal Settings&quot; includes an overview page, discussion, SMART goals quiz, career survey, and a mentor meeting assignment.&#10;">
            <a:extLst>
              <a:ext uri="{FF2B5EF4-FFF2-40B4-BE49-F238E27FC236}">
                <a16:creationId xmlns:a16="http://schemas.microsoft.com/office/drawing/2014/main" id="{CE5EEE4A-B2AB-662E-85C1-0A1DFD6DE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476049"/>
            <a:ext cx="8239256" cy="50168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0729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C0ACE-DC6B-D5CA-9C42-A1636B61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B0B9-3429-0C8E-05F6-8DCFC10B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365126"/>
            <a:ext cx="10715625" cy="1119118"/>
          </a:xfrm>
        </p:spPr>
        <p:txBody>
          <a:bodyPr/>
          <a:lstStyle/>
          <a:p>
            <a:r>
              <a:rPr lang="en-US" b="0"/>
              <a:t>AI Prompt – Follow Up</a:t>
            </a:r>
          </a:p>
        </p:txBody>
      </p:sp>
      <p:pic>
        <p:nvPicPr>
          <p:cNvPr id="4" name="Picture 3" descr="A screenshot of a chat interface highlights a user's question: &quot;Do you think separating assignments or activities as individual assignment or group assignments be more clear and less confusing. Or is it even necessary?&quot; The model's response is partially visible, stating, &quot;Is it a highly recommended best practice that improves clarity and reduces confusion? Absolutely, yes.&quot; The answer confirms the benefit of separation.">
            <a:extLst>
              <a:ext uri="{FF2B5EF4-FFF2-40B4-BE49-F238E27FC236}">
                <a16:creationId xmlns:a16="http://schemas.microsoft.com/office/drawing/2014/main" id="{976EFB84-3650-B018-7863-758536F99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484313"/>
            <a:ext cx="8894683" cy="47610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720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E70F-F7E7-5029-A1C8-73FAE4A6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105E-63F9-FC61-B012-3AB30544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365126"/>
            <a:ext cx="10715625" cy="1119118"/>
          </a:xfrm>
        </p:spPr>
        <p:txBody>
          <a:bodyPr/>
          <a:lstStyle/>
          <a:p>
            <a:r>
              <a:rPr lang="en-US" b="0"/>
              <a:t>AI Revised Suggestions</a:t>
            </a:r>
          </a:p>
        </p:txBody>
      </p:sp>
      <p:pic>
        <p:nvPicPr>
          <p:cNvPr id="5" name="Picture 4" descr="A screenshot showing AI Output &quot;Module 2: Time Management&quot; listing a course overview page, individual activities (time management styles discussion, personality type assignment, Tutor.com confirmation), and group activities (mentor meeting and project timeline assignment).&#10;">
            <a:extLst>
              <a:ext uri="{FF2B5EF4-FFF2-40B4-BE49-F238E27FC236}">
                <a16:creationId xmlns:a16="http://schemas.microsoft.com/office/drawing/2014/main" id="{8EB5E3E5-5394-3846-1EE7-836B9DEC7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635774"/>
            <a:ext cx="7197384" cy="41889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5970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478A-F8B9-5071-058A-061763F5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1450-A93F-95FC-BAAE-B02F1E1D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/>
              <a:t>AI Output for Accessible Content Remediation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61C38-4D42-8169-1303-59DE302580E0}"/>
              </a:ext>
            </a:extLst>
          </p:cNvPr>
          <p:cNvSpPr txBox="1">
            <a:spLocks/>
          </p:cNvSpPr>
          <p:nvPr/>
        </p:nvSpPr>
        <p:spPr>
          <a:xfrm>
            <a:off x="638175" y="1563496"/>
            <a:ext cx="4819650" cy="42976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i="1"/>
              <a:t>Before</a:t>
            </a:r>
            <a:endParaRPr lang="en-US" sz="2400" i="1"/>
          </a:p>
        </p:txBody>
      </p:sp>
      <p:pic>
        <p:nvPicPr>
          <p:cNvPr id="7" name="Picture 6" descr="Screenshot with a red callout showing Questions about this survey? Please look at this useful link explaining these career interest areas: https://www.4cornerresources.com/career-advice/career-clusters/&quot;&#10;">
            <a:extLst>
              <a:ext uri="{FF2B5EF4-FFF2-40B4-BE49-F238E27FC236}">
                <a16:creationId xmlns:a16="http://schemas.microsoft.com/office/drawing/2014/main" id="{17E3FF97-6199-D6E4-8FE8-0BF1C4825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96" y="1993264"/>
            <a:ext cx="5915851" cy="110505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79DF47-77BE-2DE1-FF55-2A0DCCBA64DA}"/>
              </a:ext>
            </a:extLst>
          </p:cNvPr>
          <p:cNvSpPr txBox="1">
            <a:spLocks/>
          </p:cNvSpPr>
          <p:nvPr/>
        </p:nvSpPr>
        <p:spPr>
          <a:xfrm>
            <a:off x="638175" y="3809872"/>
            <a:ext cx="4819650" cy="4297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i="1"/>
              <a:t>After</a:t>
            </a:r>
            <a:endParaRPr lang="en-US" sz="2400" i="1"/>
          </a:p>
        </p:txBody>
      </p:sp>
      <p:pic>
        <p:nvPicPr>
          <p:cNvPr id="9" name="Picture 8" descr="Screenshot with a green callout showing Questions about this survey? To learn more about different career interest areas, visit the following accessible link: Understanding Career Clusters – 4 Corner Resources&quot; followed by a link icon.">
            <a:extLst>
              <a:ext uri="{FF2B5EF4-FFF2-40B4-BE49-F238E27FC236}">
                <a16:creationId xmlns:a16="http://schemas.microsoft.com/office/drawing/2014/main" id="{57F61740-65A1-5579-3DC9-DB212E02A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96" y="4239640"/>
            <a:ext cx="7097115" cy="14575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756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F6E0-E757-D140-3AA7-21C17987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Ethical AI Use for Students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AD5D-91AB-66AA-4C04-CD3EC3299A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fontAlgn="base"/>
            <a:r>
              <a:rPr lang="en-US"/>
              <a:t>Assignment: The Career Portfolio Project (Resume &amp; Cover Letter). </a:t>
            </a:r>
          </a:p>
          <a:p>
            <a:pPr fontAlgn="base"/>
            <a:r>
              <a:rPr lang="en-US"/>
              <a:t>Requirement: Students must ‘audit' the AI output for bias and inaccuracies. </a:t>
            </a:r>
          </a:p>
          <a:p>
            <a:pPr fontAlgn="base"/>
            <a:r>
              <a:rPr lang="en-US"/>
              <a:t>Goal: Moving from restriction to "Responsible Application."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5051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2235-92F5-D327-0914-E1D41D28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778F-6CEF-4017-924F-D491CD36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Ethical AI Use in Action</a:t>
            </a:r>
            <a:endParaRPr lang="en-US"/>
          </a:p>
        </p:txBody>
      </p:sp>
      <p:pic>
        <p:nvPicPr>
          <p:cNvPr id="7" name="Picture 6" descr="A Canvas assignment page, &quot;Module 4 Submit: AI-Assisted Resume &amp; Prompt Analysis,&quot; requires students to submit a document including initial and revised AI prompts/resumes, a revision reflection, and AI source citation for 20 points via file upload.">
            <a:extLst>
              <a:ext uri="{FF2B5EF4-FFF2-40B4-BE49-F238E27FC236}">
                <a16:creationId xmlns:a16="http://schemas.microsoft.com/office/drawing/2014/main" id="{364DBD4E-5A4D-E984-0EB0-A6438B7BF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484244"/>
            <a:ext cx="9840849" cy="4554009"/>
          </a:xfrm>
          <a:prstGeom prst="rect">
            <a:avLst/>
          </a:prstGeom>
          <a:ln>
            <a:solidFill>
              <a:srgbClr val="00386C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93616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03C1-9CC2-2ABD-8D13-578114ED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/>
              <a:t>Activity: The 8-Week Module Makeover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0FD41-B336-7F23-9422-A5AF37E394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8799"/>
            <a:ext cx="10591800" cy="1794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Scenario: A 45-minute uncaptioned lecture video and a 20-page scanned "image-only" PDF; Assessment: a generic 500-word reflection essay.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2740836-8D71-52EA-96C7-CA36951FA0BE}"/>
              </a:ext>
            </a:extLst>
          </p:cNvPr>
          <p:cNvSpPr txBox="1">
            <a:spLocks/>
          </p:cNvSpPr>
          <p:nvPr/>
        </p:nvSpPr>
        <p:spPr>
          <a:xfrm>
            <a:off x="364066" y="4266141"/>
            <a:ext cx="10037233" cy="2226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/>
              <a:t>Following </a:t>
            </a:r>
            <a:r>
              <a:rPr lang="en-US" b="1"/>
              <a:t>Backward Design</a:t>
            </a:r>
            <a:r>
              <a:rPr lang="en-US"/>
              <a:t>, How would you "chunk" or trim this content for an 8-week, 1-credit workload?</a:t>
            </a:r>
          </a:p>
          <a:p>
            <a:pPr lvl="1"/>
            <a:r>
              <a:rPr lang="en-US"/>
              <a:t>To meet </a:t>
            </a:r>
            <a:r>
              <a:rPr lang="en-US" b="1"/>
              <a:t>WCAG 2.1 AA</a:t>
            </a:r>
            <a:r>
              <a:rPr lang="en-US"/>
              <a:t>, what must be done for the video and PDF?</a:t>
            </a:r>
          </a:p>
          <a:p>
            <a:pPr lvl="1"/>
            <a:r>
              <a:rPr lang="en-US"/>
              <a:t>How could </a:t>
            </a:r>
            <a:r>
              <a:rPr lang="en-US" b="1"/>
              <a:t>Google AI Studio</a:t>
            </a:r>
            <a:r>
              <a:rPr lang="en-US"/>
              <a:t> help you "translate" that 20-page reading into a concise, accessible instructional message?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859867-D6C3-723F-CFD2-A9BEE07A96E0}"/>
              </a:ext>
            </a:extLst>
          </p:cNvPr>
          <p:cNvSpPr txBox="1">
            <a:spLocks/>
          </p:cNvSpPr>
          <p:nvPr/>
        </p:nvSpPr>
        <p:spPr>
          <a:xfrm>
            <a:off x="1002241" y="3538520"/>
            <a:ext cx="7930091" cy="4297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D2345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/>
              <a:t>Apply the Holistic Framework (3-5 Minutes)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5669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7CCF0-A03D-816D-7369-3EA8D4DB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Observations &amp; Action Plan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B422-79CC-6C68-0AFF-75302AC374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8800"/>
            <a:ext cx="5257800" cy="43434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/>
              <a:t>Content versus semester duration</a:t>
            </a:r>
          </a:p>
          <a:p>
            <a:pPr fontAlgn="base"/>
            <a:r>
              <a:rPr lang="en-US"/>
              <a:t>Group formation challenge</a:t>
            </a:r>
          </a:p>
          <a:p>
            <a:pPr fontAlgn="base"/>
            <a:r>
              <a:rPr lang="en-US"/>
              <a:t>Scheduling conflicts with mentor</a:t>
            </a:r>
          </a:p>
          <a:p>
            <a:pPr fontAlgn="base"/>
            <a:r>
              <a:rPr lang="en-US"/>
              <a:t>Learning Management System/Canvas familiarity </a:t>
            </a:r>
          </a:p>
          <a:p>
            <a:pPr fontAlgn="base"/>
            <a:r>
              <a:rPr lang="en-US"/>
              <a:t>Instructor meaningful presence in course</a:t>
            </a:r>
          </a:p>
          <a:p>
            <a:pPr fontAlgn="base"/>
            <a:r>
              <a:rPr lang="en-US"/>
              <a:t>Closing the Loop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10" descr="A flow diagram illustrates an iterative process centered around &quot;Evaluation.&quot; The cycle begins with &quot;Analyze,&quot; progresses to &quot;Design,&quot; then to &quot;Development,&quot; and finally to &quot;Implement,&quot; before looping back to &quot;Analyze.&quot; Each transition between these stages is marked by an opportunity for &quot;revision.&quot; Additionally, &quot;Evaluation&quot; in the center influences and is influenced by all other stages.">
            <a:extLst>
              <a:ext uri="{FF2B5EF4-FFF2-40B4-BE49-F238E27FC236}">
                <a16:creationId xmlns:a16="http://schemas.microsoft.com/office/drawing/2014/main" id="{667FE7EF-988B-9951-62BE-315952014D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" t="4453" r="11760" b="4949"/>
          <a:stretch>
            <a:fillRect/>
          </a:stretch>
        </p:blipFill>
        <p:spPr bwMode="auto">
          <a:xfrm>
            <a:off x="6288474" y="2270323"/>
            <a:ext cx="5369604" cy="298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8377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7A3D-A073-FF96-30EB-41188C86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18"/>
          </a:xfrm>
        </p:spPr>
        <p:txBody>
          <a:bodyPr>
            <a:normAutofit/>
          </a:bodyPr>
          <a:lstStyle/>
          <a:p>
            <a:r>
              <a:rPr lang="en-US" b="0"/>
              <a:t>References</a:t>
            </a:r>
            <a:endParaRPr lang="en-US" b="0" i="1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F444B2FA-4676-93A0-6290-267C7169EF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8800"/>
            <a:ext cx="10591800" cy="4343400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https://wcet.wiche.edu/frontiers/2021/08/26/rsi-refresh-sharing-our-best-interpretation-guidance-requirements/</a:t>
            </a:r>
            <a:endParaRPr lang="en-US"/>
          </a:p>
          <a:p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https://aistudio.google.com/prompts/new_chat</a:t>
            </a:r>
            <a:endParaRPr lang="en-US"/>
          </a:p>
          <a:p>
            <a:r>
              <a:rPr lang="en-US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https://oscqr.suny.edu/</a:t>
            </a:r>
            <a:endParaRPr lang="en-US"/>
          </a:p>
          <a:p>
            <a:r>
              <a:rPr lang="en-US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https://tll.mit.edu/teaching-resources/course-design/backward-design/</a:t>
            </a:r>
            <a:endParaRPr lang="en-US"/>
          </a:p>
          <a:p>
            <a:r>
              <a:rPr lang="en-US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https://commons.hostos.cuny.edu/edtech/faculty/teaching-with-technology/instructional-design/addie/</a:t>
            </a:r>
            <a:endParaRPr lang="en-US"/>
          </a:p>
          <a:p>
            <a:r>
              <a:rPr lang="en-US"/>
              <a:t>Google Prompting Essentials, </a:t>
            </a:r>
            <a:r>
              <a:rPr lang="en-US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https://grow.google/prompting-essentials/</a:t>
            </a:r>
            <a:endParaRPr lang="en-US"/>
          </a:p>
          <a:p>
            <a:r>
              <a:rPr lang="en-US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https://medium.com/@CobiOneCanobi/why-prompt-engineering-is-the-most-important-ai-skill-youre-not-learning-7432dc9e7aff</a:t>
            </a:r>
            <a:r>
              <a:rPr lang="en-US"/>
              <a:t>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0851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2" name="Rectangle 25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1CD2AE-CEE8-11CF-AFAE-570BD73C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230" name="Graphic 229" descr="Help">
            <a:extLst>
              <a:ext uri="{FF2B5EF4-FFF2-40B4-BE49-F238E27FC236}">
                <a16:creationId xmlns:a16="http://schemas.microsoft.com/office/drawing/2014/main" id="{340F5AD5-45A7-28A2-6F7B-881632B25F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4" name="Group 25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982551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oTZSylbs"/>
  <p:tag name="ARTICULATE_SLIDE_COUNT" val="24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E2841"/>
      </a:dk1>
      <a:lt1>
        <a:srgbClr val="FFFFFF"/>
      </a:lt1>
      <a:dk2>
        <a:srgbClr val="0E2841"/>
      </a:dk2>
      <a:lt2>
        <a:srgbClr val="FFFFFF"/>
      </a:lt2>
      <a:accent1>
        <a:srgbClr val="0E2841"/>
      </a:accent1>
      <a:accent2>
        <a:srgbClr val="FFBA00"/>
      </a:accent2>
      <a:accent3>
        <a:srgbClr val="0E2841"/>
      </a:accent3>
      <a:accent4>
        <a:srgbClr val="0E2841"/>
      </a:accent4>
      <a:accent5>
        <a:srgbClr val="0E2841"/>
      </a:accent5>
      <a:accent6>
        <a:srgbClr val="0E2841"/>
      </a:accent6>
      <a:hlink>
        <a:srgbClr val="CC9800"/>
      </a:hlink>
      <a:folHlink>
        <a:srgbClr val="CC9800"/>
      </a:folHlink>
    </a:clrScheme>
    <a:fontScheme name="Custom 2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458B7A4464E4DB201D9B641B373E1" ma:contentTypeVersion="23" ma:contentTypeDescription="Create a new document." ma:contentTypeScope="" ma:versionID="01a42428d96ebad8d06fdc3e4e4125f6">
  <xsd:schema xmlns:xsd="http://www.w3.org/2001/XMLSchema" xmlns:xs="http://www.w3.org/2001/XMLSchema" xmlns:p="http://schemas.microsoft.com/office/2006/metadata/properties" xmlns:ns2="4ba90fcc-dc80-4f44-9355-2d1d5767434d" xmlns:ns3="0bd9b290-5cdf-40d8-80ab-aee050279732" targetNamespace="http://schemas.microsoft.com/office/2006/metadata/properties" ma:root="true" ma:fieldsID="6fc4e3b803a71de5d5dd078ab95f66d8" ns2:_="" ns3:_="">
    <xsd:import namespace="4ba90fcc-dc80-4f44-9355-2d1d5767434d"/>
    <xsd:import namespace="0bd9b290-5cdf-40d8-80ab-aee0502797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a90fcc-dc80-4f44-9355-2d1d576743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displayName="Image Tags_0" ma:hidden="true" ma:internalName="lcf76f155ced4ddcb4097134ff3c332f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9b290-5cdf-40d8-80ab-aee05027973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617d70d-7451-4dd5-83ac-0c3402659c46}" ma:internalName="TaxCatchAll" ma:showField="CatchAllData" ma:web="0bd9b290-5cdf-40d8-80ab-aee0502797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a90fcc-dc80-4f44-9355-2d1d5767434d" xsi:nil="true"/>
    <TaxCatchAll xmlns="0bd9b290-5cdf-40d8-80ab-aee050279732" xsi:nil="true"/>
  </documentManagement>
</p:properties>
</file>

<file path=customXml/itemProps1.xml><?xml version="1.0" encoding="utf-8"?>
<ds:datastoreItem xmlns:ds="http://schemas.openxmlformats.org/officeDocument/2006/customXml" ds:itemID="{57A1990A-2480-41B4-A7C9-E6EC85451C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2B8FC5-5DD4-433A-9230-D4414A074CAF}">
  <ds:schemaRefs>
    <ds:schemaRef ds:uri="0bd9b290-5cdf-40d8-80ab-aee050279732"/>
    <ds:schemaRef ds:uri="4ba90fcc-dc80-4f44-9355-2d1d576743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DE2ED86-4D3E-4B58-89BE-D32284B1713C}">
  <ds:schemaRefs>
    <ds:schemaRef ds:uri="0bd9b290-5cdf-40d8-80ab-aee050279732"/>
    <ds:schemaRef ds:uri="4ba90fcc-dc80-4f44-9355-2d1d576743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826</Words>
  <Application>Microsoft Office PowerPoint</Application>
  <PresentationFormat>Widescreen</PresentationFormat>
  <Paragraphs>105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Helvetica Neue</vt:lpstr>
      <vt:lpstr>Proxima Nova Rg</vt:lpstr>
      <vt:lpstr>Office Theme</vt:lpstr>
      <vt:lpstr>A Holistic Framework for AI-Enhanced, Accessible Online Course Design</vt:lpstr>
      <vt:lpstr>Session Learning Outcomes</vt:lpstr>
      <vt:lpstr>Q1: Do you currently have a formal process/framework for AI integration in course design?  Q2: Which stage of ADDIE do you find most challenging to maintain in asynchronous environments?  </vt:lpstr>
      <vt:lpstr>UNIV 1100 Course Design</vt:lpstr>
      <vt:lpstr>The University Foundation Course Challenge</vt:lpstr>
      <vt:lpstr>ADDIE + Backward Design Models</vt:lpstr>
      <vt:lpstr>Course Mapping for Alignment</vt:lpstr>
      <vt:lpstr>Course Mapping in Practice</vt:lpstr>
      <vt:lpstr>Microsoft Teams for Collaboration</vt:lpstr>
      <vt:lpstr>Accessibility by Design</vt:lpstr>
      <vt:lpstr>Reactive Proactive in Action</vt:lpstr>
      <vt:lpstr>AI as an Instructional Design Assistant</vt:lpstr>
      <vt:lpstr>The TCREI Prompt Framework</vt:lpstr>
      <vt:lpstr>AI Prompt in Action</vt:lpstr>
      <vt:lpstr>AI Output for Course Structure</vt:lpstr>
      <vt:lpstr>AI Prompt – Follow Up</vt:lpstr>
      <vt:lpstr>AI Revised Suggestions</vt:lpstr>
      <vt:lpstr>AI Output for Accessible Content Remediation</vt:lpstr>
      <vt:lpstr>Ethical AI Use for Students</vt:lpstr>
      <vt:lpstr>Ethical AI Use in Action</vt:lpstr>
      <vt:lpstr>Activity: The 8-Week Module Makeover</vt:lpstr>
      <vt:lpstr>Observations &amp; Action Plan</vt:lpstr>
      <vt:lpstr>References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Holistic Framework for AI-Enhanced, Accessible Online Course Design</dc:title>
  <dc:creator>SLamichhane@tamut.edu</dc:creator>
  <cp:keywords/>
  <cp:lastModifiedBy>Saroj Lamichhane</cp:lastModifiedBy>
  <cp:revision>2</cp:revision>
  <dcterms:created xsi:type="dcterms:W3CDTF">2024-10-11T20:58:54Z</dcterms:created>
  <dcterms:modified xsi:type="dcterms:W3CDTF">2026-08-08T22:14:06Z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4846E6D4-ED1A-4BD6-848D-0029F742AF47</vt:lpwstr>
  </property>
  <property fmtid="{D5CDD505-2E9C-101B-9397-08002B2CF9AE}" pid="3" name="ArticulatePath">
    <vt:lpwstr>ETAMU-Slides</vt:lpwstr>
  </property>
  <property fmtid="{D5CDD505-2E9C-101B-9397-08002B2CF9AE}" pid="4" name="ContentTypeId">
    <vt:lpwstr>0x010100513458B7A4464E4DB201D9B641B373E1</vt:lpwstr>
  </property>
</Properties>
</file>